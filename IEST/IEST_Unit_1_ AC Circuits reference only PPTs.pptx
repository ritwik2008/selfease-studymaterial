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5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sldSz cx="12192000" cy="6858000"/>
  <p:notesSz cx="6858000" cy="9144000"/>
  <p:embeddedFontLst>
    <p:embeddedFont>
      <p:font typeface="Cambria" panose="02040503050406030204" pitchFamily="18" charset="0"/>
      <p:regular r:id="rId60"/>
      <p:bold r:id="rId61"/>
      <p:italic r:id="rId62"/>
      <p:boldItalic r:id="rId63"/>
    </p:embeddedFont>
    <p:embeddedFont>
      <p:font typeface="Franklin Gothic" panose="020B0604020202020204" charset="0"/>
      <p:bold r:id="rId64"/>
    </p:embeddedFont>
    <p:embeddedFont>
      <p:font typeface="Libre Franklin" pitchFamily="2" charset="0"/>
      <p:regular r:id="rId65"/>
      <p:bold r:id="rId66"/>
      <p:italic r:id="rId67"/>
      <p:boldItalic r:id="rId68"/>
    </p:embeddedFont>
    <p:embeddedFont>
      <p:font typeface="Noto Sans" panose="020B0502040504020204" pitchFamily="34" charset="0"/>
      <p:regular r:id="rId69"/>
      <p:bold r:id="rId70"/>
      <p:italic r:id="rId71"/>
      <p:boldItalic r:id="rId72"/>
    </p:embeddedFont>
    <p:embeddedFont>
      <p:font typeface="Noto Sans Symbols" panose="020B0604020202020204" charset="0"/>
      <p:regular r:id="rId73"/>
      <p:bold r:id="rId7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5" roundtripDataSignature="AMtx7mgEcIjtCMJmE2j9+aI7jcSMtGZhV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4.fntdata"/><Relationship Id="rId68" Type="http://schemas.openxmlformats.org/officeDocument/2006/relationships/font" Target="fonts/font9.fntdata"/><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7.fntdata"/><Relationship Id="rId74" Type="http://schemas.openxmlformats.org/officeDocument/2006/relationships/font" Target="fonts/font15.fntdata"/><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5.fntdata"/><Relationship Id="rId69" Type="http://schemas.openxmlformats.org/officeDocument/2006/relationships/font" Target="fonts/font10.fntdata"/><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67"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3.fntdata"/><Relationship Id="rId70" Type="http://schemas.openxmlformats.org/officeDocument/2006/relationships/font" Target="fonts/font11.fntdata"/><Relationship Id="rId75"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1.fntdata"/><Relationship Id="rId65" Type="http://schemas.openxmlformats.org/officeDocument/2006/relationships/font" Target="fonts/font6.fntdata"/><Relationship Id="rId73" Type="http://schemas.openxmlformats.org/officeDocument/2006/relationships/font" Target="fonts/font14.fntdata"/><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font" Target="fonts/font12.fntdata"/><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 name="Google Shape;10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 name="Google Shape;18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1" name="Google Shape;21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3" name="Google Shape;253;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9" name="Google Shape;279;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8" name="Google Shape;28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0" name="Google Shape;31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1" name="Google Shape;321;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 name="Google Shape;332;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4" name="Google Shape;344;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6" name="Google Shape;356;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7" name="Google Shape;377;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5"/>
        <p:cNvGrpSpPr/>
        <p:nvPr/>
      </p:nvGrpSpPr>
      <p:grpSpPr>
        <a:xfrm>
          <a:off x="0" y="0"/>
          <a:ext cx="0" cy="0"/>
          <a:chOff x="0" y="0"/>
          <a:chExt cx="0" cy="0"/>
        </a:xfrm>
      </p:grpSpPr>
      <p:sp>
        <p:nvSpPr>
          <p:cNvPr id="386" name="Google Shape;386;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7" name="Google Shape;38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8" name="Google Shape;398;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1" name="Google Shape;41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2" name="Google Shape;42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2" name="Google Shape;43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5" name="Google Shape;445;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8" name="Google Shape;458;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7" name="Google Shape;467;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6" name="Google Shape;476;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6" name="Google Shape;486;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4"/>
        <p:cNvGrpSpPr/>
        <p:nvPr/>
      </p:nvGrpSpPr>
      <p:grpSpPr>
        <a:xfrm>
          <a:off x="0" y="0"/>
          <a:ext cx="0" cy="0"/>
          <a:chOff x="0" y="0"/>
          <a:chExt cx="0" cy="0"/>
        </a:xfrm>
      </p:grpSpPr>
      <p:sp>
        <p:nvSpPr>
          <p:cNvPr id="505" name="Google Shape;505;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6" name="Google Shape;506;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7" name="Google Shape;517;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6" name="Google Shape;526;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8" name="Google Shape;538;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8" name="Google Shape;548;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7" name="Google Shape;557;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8" name="Google Shape;568;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7" name="Google Shape;577;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7" name="Google Shape;587;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6" name="Google Shape;596;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7" name="Google Shape;607;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8" name="Google Shape;618;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5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0" name="Google Shape;630;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9" name="Google Shape;639;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9" name="Google Shape;649;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8" name="Google Shape;658;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8" name="Google Shape;668;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6" name="Google Shape;686;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59"/>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3200"/>
              <a:buFont typeface="Cambria"/>
              <a:buNone/>
              <a:defRPr sz="32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59"/>
          <p:cNvSpPr txBox="1">
            <a:spLocks noGrp="1"/>
          </p:cNvSpPr>
          <p:nvPr>
            <p:ph type="body" idx="1"/>
          </p:nvPr>
        </p:nvSpPr>
        <p:spPr>
          <a:xfrm>
            <a:off x="1120588" y="1129553"/>
            <a:ext cx="10533530" cy="5414682"/>
          </a:xfrm>
          <a:prstGeom prst="rect">
            <a:avLst/>
          </a:prstGeom>
          <a:noFill/>
          <a:ln>
            <a:noFill/>
          </a:ln>
        </p:spPr>
        <p:txBody>
          <a:bodyPr spcFirstLastPara="1" wrap="square" lIns="91425" tIns="45700" rIns="91425" bIns="45700" anchor="t" anchorCtr="0">
            <a:normAutofit/>
          </a:bodyPr>
          <a:lstStyle>
            <a:lvl1pPr marL="457200" lvl="0" indent="-355600" algn="just">
              <a:lnSpc>
                <a:spcPct val="94000"/>
              </a:lnSpc>
              <a:spcBef>
                <a:spcPts val="1000"/>
              </a:spcBef>
              <a:spcAft>
                <a:spcPts val="0"/>
              </a:spcAft>
              <a:buClr>
                <a:schemeClr val="dk1"/>
              </a:buClr>
              <a:buSzPts val="2000"/>
              <a:buChar char="■"/>
              <a:defRPr sz="2000">
                <a:solidFill>
                  <a:schemeClr val="dk1"/>
                </a:solidFill>
              </a:defRPr>
            </a:lvl1pPr>
            <a:lvl2pPr marL="914400" lvl="1" indent="-355600" algn="just">
              <a:lnSpc>
                <a:spcPct val="94000"/>
              </a:lnSpc>
              <a:spcBef>
                <a:spcPts val="500"/>
              </a:spcBef>
              <a:spcAft>
                <a:spcPts val="0"/>
              </a:spcAft>
              <a:buClr>
                <a:schemeClr val="dk1"/>
              </a:buClr>
              <a:buSzPts val="2000"/>
              <a:buChar char="–"/>
              <a:defRPr sz="2000">
                <a:solidFill>
                  <a:schemeClr val="dk1"/>
                </a:solidFill>
              </a:defRPr>
            </a:lvl2pPr>
            <a:lvl3pPr marL="1371600" lvl="2" indent="-355600" algn="just">
              <a:lnSpc>
                <a:spcPct val="94000"/>
              </a:lnSpc>
              <a:spcBef>
                <a:spcPts val="500"/>
              </a:spcBef>
              <a:spcAft>
                <a:spcPts val="0"/>
              </a:spcAft>
              <a:buClr>
                <a:schemeClr val="dk1"/>
              </a:buClr>
              <a:buSzPts val="2000"/>
              <a:buChar char="■"/>
              <a:defRPr sz="2000">
                <a:solidFill>
                  <a:schemeClr val="dk1"/>
                </a:solidFill>
              </a:defRPr>
            </a:lvl3pPr>
            <a:lvl4pPr marL="1828800" lvl="3" indent="-355600" algn="just">
              <a:lnSpc>
                <a:spcPct val="94000"/>
              </a:lnSpc>
              <a:spcBef>
                <a:spcPts val="500"/>
              </a:spcBef>
              <a:spcAft>
                <a:spcPts val="0"/>
              </a:spcAft>
              <a:buClr>
                <a:schemeClr val="dk1"/>
              </a:buClr>
              <a:buSzPts val="2000"/>
              <a:buChar char="–"/>
              <a:defRPr sz="2000">
                <a:solidFill>
                  <a:schemeClr val="dk1"/>
                </a:solidFill>
              </a:defRPr>
            </a:lvl4pPr>
            <a:lvl5pPr marL="2286000" lvl="4" indent="-355600" algn="just">
              <a:lnSpc>
                <a:spcPct val="94000"/>
              </a:lnSpc>
              <a:spcBef>
                <a:spcPts val="500"/>
              </a:spcBef>
              <a:spcAft>
                <a:spcPts val="0"/>
              </a:spcAft>
              <a:buClr>
                <a:schemeClr val="dk1"/>
              </a:buClr>
              <a:buSzPts val="2000"/>
              <a:buChar char="■"/>
              <a:defRPr sz="2000">
                <a:solidFill>
                  <a:schemeClr val="dk1"/>
                </a:solidFill>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19" name="Google Shape;19;p59"/>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59"/>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59"/>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2"/>
        <p:cNvGrpSpPr/>
        <p:nvPr/>
      </p:nvGrpSpPr>
      <p:grpSpPr>
        <a:xfrm>
          <a:off x="0" y="0"/>
          <a:ext cx="0" cy="0"/>
          <a:chOff x="0" y="0"/>
          <a:chExt cx="0" cy="0"/>
        </a:xfrm>
      </p:grpSpPr>
      <p:sp>
        <p:nvSpPr>
          <p:cNvPr id="23" name="Google Shape;23;p60"/>
          <p:cNvSpPr txBox="1">
            <a:spLocks noGrp="1"/>
          </p:cNvSpPr>
          <p:nvPr>
            <p:ph type="ctrTitle"/>
          </p:nvPr>
        </p:nvSpPr>
        <p:spPr>
          <a:xfrm>
            <a:off x="1915128" y="1788454"/>
            <a:ext cx="8361229" cy="2098226"/>
          </a:xfrm>
          <a:prstGeom prst="rect">
            <a:avLst/>
          </a:prstGeom>
          <a:noFill/>
          <a:ln>
            <a:noFill/>
          </a:ln>
        </p:spPr>
        <p:txBody>
          <a:bodyPr spcFirstLastPara="1" wrap="square" lIns="91425" tIns="45700" rIns="91425" bIns="45700" anchor="b" anchorCtr="0">
            <a:noAutofit/>
          </a:bodyPr>
          <a:lstStyle>
            <a:lvl1pPr lvl="0" algn="ctr">
              <a:lnSpc>
                <a:spcPct val="89000"/>
              </a:lnSpc>
              <a:spcBef>
                <a:spcPts val="0"/>
              </a:spcBef>
              <a:spcAft>
                <a:spcPts val="0"/>
              </a:spcAft>
              <a:buClr>
                <a:schemeClr val="dk2"/>
              </a:buClr>
              <a:buSzPts val="4400"/>
              <a:buFont typeface="Cambria"/>
              <a:buNone/>
              <a:defRPr sz="4400" b="1" cap="none">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60"/>
          <p:cNvSpPr txBox="1">
            <a:spLocks noGrp="1"/>
          </p:cNvSpPr>
          <p:nvPr>
            <p:ph type="subTitle" idx="1"/>
          </p:nvPr>
        </p:nvSpPr>
        <p:spPr>
          <a:xfrm>
            <a:off x="2679906" y="3956279"/>
            <a:ext cx="6831673" cy="1086237"/>
          </a:xfrm>
          <a:prstGeom prst="rect">
            <a:avLst/>
          </a:prstGeom>
          <a:noFill/>
          <a:ln>
            <a:noFill/>
          </a:ln>
        </p:spPr>
        <p:txBody>
          <a:bodyPr spcFirstLastPara="1" wrap="square" lIns="91425" tIns="45700" rIns="91425" bIns="45700" anchor="t" anchorCtr="0">
            <a:normAutofit/>
          </a:bodyPr>
          <a:lstStyle>
            <a:lvl1pPr lvl="0" algn="ctr">
              <a:lnSpc>
                <a:spcPct val="112000"/>
              </a:lnSpc>
              <a:spcBef>
                <a:spcPts val="0"/>
              </a:spcBef>
              <a:spcAft>
                <a:spcPts val="0"/>
              </a:spcAft>
              <a:buClr>
                <a:schemeClr val="dk2"/>
              </a:buClr>
              <a:buSzPts val="2300"/>
              <a:buNone/>
              <a:defRPr sz="2300"/>
            </a:lvl1pPr>
            <a:lvl2pPr lvl="1" algn="ctr">
              <a:lnSpc>
                <a:spcPct val="94000"/>
              </a:lnSpc>
              <a:spcBef>
                <a:spcPts val="500"/>
              </a:spcBef>
              <a:spcAft>
                <a:spcPts val="0"/>
              </a:spcAft>
              <a:buClr>
                <a:schemeClr val="dk2"/>
              </a:buClr>
              <a:buSzPts val="2000"/>
              <a:buNone/>
              <a:defRPr sz="2000"/>
            </a:lvl2pPr>
            <a:lvl3pPr lvl="2" algn="ctr">
              <a:lnSpc>
                <a:spcPct val="94000"/>
              </a:lnSpc>
              <a:spcBef>
                <a:spcPts val="500"/>
              </a:spcBef>
              <a:spcAft>
                <a:spcPts val="0"/>
              </a:spcAft>
              <a:buClr>
                <a:schemeClr val="dk2"/>
              </a:buClr>
              <a:buSzPts val="1800"/>
              <a:buNone/>
              <a:defRPr sz="1800"/>
            </a:lvl3pPr>
            <a:lvl4pPr lvl="3" algn="ctr">
              <a:lnSpc>
                <a:spcPct val="94000"/>
              </a:lnSpc>
              <a:spcBef>
                <a:spcPts val="500"/>
              </a:spcBef>
              <a:spcAft>
                <a:spcPts val="0"/>
              </a:spcAft>
              <a:buClr>
                <a:schemeClr val="dk2"/>
              </a:buClr>
              <a:buSzPts val="1600"/>
              <a:buNone/>
              <a:defRPr sz="1600"/>
            </a:lvl4pPr>
            <a:lvl5pPr lvl="4" algn="ctr">
              <a:lnSpc>
                <a:spcPct val="94000"/>
              </a:lnSpc>
              <a:spcBef>
                <a:spcPts val="500"/>
              </a:spcBef>
              <a:spcAft>
                <a:spcPts val="0"/>
              </a:spcAft>
              <a:buClr>
                <a:schemeClr val="dk2"/>
              </a:buClr>
              <a:buSzPts val="1600"/>
              <a:buNone/>
              <a:defRPr sz="1600"/>
            </a:lvl5pPr>
            <a:lvl6pPr lvl="5" algn="ctr">
              <a:lnSpc>
                <a:spcPct val="94000"/>
              </a:lnSpc>
              <a:spcBef>
                <a:spcPts val="500"/>
              </a:spcBef>
              <a:spcAft>
                <a:spcPts val="0"/>
              </a:spcAft>
              <a:buClr>
                <a:schemeClr val="dk2"/>
              </a:buClr>
              <a:buSzPts val="1600"/>
              <a:buNone/>
              <a:defRPr sz="1600"/>
            </a:lvl6pPr>
            <a:lvl7pPr lvl="6" algn="ctr">
              <a:lnSpc>
                <a:spcPct val="94000"/>
              </a:lnSpc>
              <a:spcBef>
                <a:spcPts val="500"/>
              </a:spcBef>
              <a:spcAft>
                <a:spcPts val="0"/>
              </a:spcAft>
              <a:buClr>
                <a:schemeClr val="dk2"/>
              </a:buClr>
              <a:buSzPts val="1600"/>
              <a:buNone/>
              <a:defRPr sz="1600"/>
            </a:lvl7pPr>
            <a:lvl8pPr lvl="7" algn="ctr">
              <a:lnSpc>
                <a:spcPct val="94000"/>
              </a:lnSpc>
              <a:spcBef>
                <a:spcPts val="500"/>
              </a:spcBef>
              <a:spcAft>
                <a:spcPts val="0"/>
              </a:spcAft>
              <a:buClr>
                <a:schemeClr val="dk2"/>
              </a:buClr>
              <a:buSzPts val="1600"/>
              <a:buNone/>
              <a:defRPr sz="1600"/>
            </a:lvl8pPr>
            <a:lvl9pPr lvl="8" algn="ctr">
              <a:lnSpc>
                <a:spcPct val="94000"/>
              </a:lnSpc>
              <a:spcBef>
                <a:spcPts val="500"/>
              </a:spcBef>
              <a:spcAft>
                <a:spcPts val="200"/>
              </a:spcAft>
              <a:buClr>
                <a:schemeClr val="dk2"/>
              </a:buClr>
              <a:buSzPts val="1600"/>
              <a:buNone/>
              <a:defRPr sz="1600"/>
            </a:lvl9pPr>
          </a:lstStyle>
          <a:p>
            <a:endParaRPr/>
          </a:p>
        </p:txBody>
      </p:sp>
      <p:sp>
        <p:nvSpPr>
          <p:cNvPr id="25" name="Google Shape;25;p60"/>
          <p:cNvSpPr txBox="1">
            <a:spLocks noGrp="1"/>
          </p:cNvSpPr>
          <p:nvPr>
            <p:ph type="dt" idx="10"/>
          </p:nvPr>
        </p:nvSpPr>
        <p:spPr>
          <a:xfrm>
            <a:off x="752858" y="6453386"/>
            <a:ext cx="1607944"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60"/>
          <p:cNvSpPr txBox="1">
            <a:spLocks noGrp="1"/>
          </p:cNvSpPr>
          <p:nvPr>
            <p:ph type="ftr" idx="11"/>
          </p:nvPr>
        </p:nvSpPr>
        <p:spPr>
          <a:xfrm>
            <a:off x="2584054" y="6453386"/>
            <a:ext cx="7023377" cy="40461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60"/>
          <p:cNvSpPr txBox="1">
            <a:spLocks noGrp="1"/>
          </p:cNvSpPr>
          <p:nvPr>
            <p:ph type="sldNum" idx="12"/>
          </p:nvPr>
        </p:nvSpPr>
        <p:spPr>
          <a:xfrm>
            <a:off x="9830683" y="6453386"/>
            <a:ext cx="1596292"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dk2"/>
                </a:solidFill>
                <a:latin typeface="Calibri"/>
                <a:ea typeface="Calibri"/>
                <a:cs typeface="Calibri"/>
                <a:sym typeface="Calibri"/>
              </a:defRPr>
            </a:lvl1pPr>
            <a:lvl2pPr marL="0" lvl="1" indent="0" algn="r">
              <a:spcBef>
                <a:spcPts val="0"/>
              </a:spcBef>
              <a:buNone/>
              <a:defRPr sz="1200" b="0" i="0" u="none" strike="noStrike" cap="none">
                <a:solidFill>
                  <a:schemeClr val="dk2"/>
                </a:solidFill>
                <a:latin typeface="Calibri"/>
                <a:ea typeface="Calibri"/>
                <a:cs typeface="Calibri"/>
                <a:sym typeface="Calibri"/>
              </a:defRPr>
            </a:lvl2pPr>
            <a:lvl3pPr marL="0" lvl="2" indent="0" algn="r">
              <a:spcBef>
                <a:spcPts val="0"/>
              </a:spcBef>
              <a:buNone/>
              <a:defRPr sz="1200" b="0" i="0" u="none" strike="noStrike" cap="none">
                <a:solidFill>
                  <a:schemeClr val="dk2"/>
                </a:solidFill>
                <a:latin typeface="Calibri"/>
                <a:ea typeface="Calibri"/>
                <a:cs typeface="Calibri"/>
                <a:sym typeface="Calibri"/>
              </a:defRPr>
            </a:lvl3pPr>
            <a:lvl4pPr marL="0" lvl="3" indent="0" algn="r">
              <a:spcBef>
                <a:spcPts val="0"/>
              </a:spcBef>
              <a:buNone/>
              <a:defRPr sz="1200" b="0" i="0" u="none" strike="noStrike" cap="none">
                <a:solidFill>
                  <a:schemeClr val="dk2"/>
                </a:solidFill>
                <a:latin typeface="Calibri"/>
                <a:ea typeface="Calibri"/>
                <a:cs typeface="Calibri"/>
                <a:sym typeface="Calibri"/>
              </a:defRPr>
            </a:lvl4pPr>
            <a:lvl5pPr marL="0" lvl="4" indent="0" algn="r">
              <a:spcBef>
                <a:spcPts val="0"/>
              </a:spcBef>
              <a:buNone/>
              <a:defRPr sz="1200" b="0" i="0" u="none" strike="noStrike" cap="none">
                <a:solidFill>
                  <a:schemeClr val="dk2"/>
                </a:solidFill>
                <a:latin typeface="Calibri"/>
                <a:ea typeface="Calibri"/>
                <a:cs typeface="Calibri"/>
                <a:sym typeface="Calibri"/>
              </a:defRPr>
            </a:lvl5pPr>
            <a:lvl6pPr marL="0" lvl="5" indent="0" algn="r">
              <a:spcBef>
                <a:spcPts val="0"/>
              </a:spcBef>
              <a:buNone/>
              <a:defRPr sz="1200" b="0" i="0" u="none" strike="noStrike" cap="none">
                <a:solidFill>
                  <a:schemeClr val="dk2"/>
                </a:solidFill>
                <a:latin typeface="Calibri"/>
                <a:ea typeface="Calibri"/>
                <a:cs typeface="Calibri"/>
                <a:sym typeface="Calibri"/>
              </a:defRPr>
            </a:lvl6pPr>
            <a:lvl7pPr marL="0" lvl="6" indent="0" algn="r">
              <a:spcBef>
                <a:spcPts val="0"/>
              </a:spcBef>
              <a:buNone/>
              <a:defRPr sz="1200" b="0" i="0" u="none" strike="noStrike" cap="none">
                <a:solidFill>
                  <a:schemeClr val="dk2"/>
                </a:solidFill>
                <a:latin typeface="Calibri"/>
                <a:ea typeface="Calibri"/>
                <a:cs typeface="Calibri"/>
                <a:sym typeface="Calibri"/>
              </a:defRPr>
            </a:lvl7pPr>
            <a:lvl8pPr marL="0" lvl="7" indent="0" algn="r">
              <a:spcBef>
                <a:spcPts val="0"/>
              </a:spcBef>
              <a:buNone/>
              <a:defRPr sz="1200" b="0" i="0" u="none" strike="noStrike" cap="none">
                <a:solidFill>
                  <a:schemeClr val="dk2"/>
                </a:solidFill>
                <a:latin typeface="Calibri"/>
                <a:ea typeface="Calibri"/>
                <a:cs typeface="Calibri"/>
                <a:sym typeface="Calibri"/>
              </a:defRPr>
            </a:lvl8pPr>
            <a:lvl9pPr marL="0" lvl="8" indent="0" algn="r">
              <a:spcBef>
                <a:spcPts val="0"/>
              </a:spcBef>
              <a:buNone/>
              <a:defRPr sz="1200" b="0" i="0" u="none" strike="noStrike" cap="none">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grpSp>
        <p:nvGrpSpPr>
          <p:cNvPr id="28" name="Google Shape;28;p60"/>
          <p:cNvGrpSpPr/>
          <p:nvPr/>
        </p:nvGrpSpPr>
        <p:grpSpPr>
          <a:xfrm>
            <a:off x="752858" y="744469"/>
            <a:ext cx="10674117" cy="5349671"/>
            <a:chOff x="752858" y="744469"/>
            <a:chExt cx="10674117" cy="5349671"/>
          </a:xfrm>
        </p:grpSpPr>
        <p:sp>
          <p:nvSpPr>
            <p:cNvPr id="29" name="Google Shape;29;p60"/>
            <p:cNvSpPr/>
            <p:nvPr/>
          </p:nvSpPr>
          <p:spPr>
            <a:xfrm>
              <a:off x="8151962" y="1685652"/>
              <a:ext cx="3275013" cy="4408488"/>
            </a:xfrm>
            <a:custGeom>
              <a:avLst/>
              <a:gdLst/>
              <a:ahLst/>
              <a:cxnLst/>
              <a:rect l="l" t="t" r="r" b="b"/>
              <a:pathLst>
                <a:path w="10000" h="10000" extrusionOk="0">
                  <a:moveTo>
                    <a:pt x="8761" y="0"/>
                  </a:moveTo>
                  <a:lnTo>
                    <a:pt x="10000" y="0"/>
                  </a:lnTo>
                  <a:lnTo>
                    <a:pt x="10000" y="10000"/>
                  </a:lnTo>
                  <a:lnTo>
                    <a:pt x="0" y="10000"/>
                  </a:lnTo>
                  <a:lnTo>
                    <a:pt x="0" y="9126"/>
                  </a:lnTo>
                  <a:lnTo>
                    <a:pt x="8761" y="9127"/>
                  </a:lnTo>
                  <a:lnTo>
                    <a:pt x="8761" y="0"/>
                  </a:lnTo>
                  <a:close/>
                </a:path>
              </a:pathLst>
            </a:custGeom>
            <a:solidFill>
              <a:schemeClr val="dk2"/>
            </a:solidFill>
            <a:ln>
              <a:noFill/>
            </a:ln>
          </p:spPr>
        </p:sp>
        <p:sp>
          <p:nvSpPr>
            <p:cNvPr id="30" name="Google Shape;30;p60"/>
            <p:cNvSpPr/>
            <p:nvPr/>
          </p:nvSpPr>
          <p:spPr>
            <a:xfrm rot="10800000">
              <a:off x="752858" y="744469"/>
              <a:ext cx="3275668" cy="4408488"/>
            </a:xfrm>
            <a:custGeom>
              <a:avLst/>
              <a:gdLst/>
              <a:ahLst/>
              <a:cxnLst/>
              <a:rect l="l" t="t" r="r" b="b"/>
              <a:pathLst>
                <a:path w="10002" h="10000" extrusionOk="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31"/>
        <p:cNvGrpSpPr/>
        <p:nvPr/>
      </p:nvGrpSpPr>
      <p:grpSpPr>
        <a:xfrm>
          <a:off x="0" y="0"/>
          <a:ext cx="0" cy="0"/>
          <a:chOff x="0" y="0"/>
          <a:chExt cx="0" cy="0"/>
        </a:xfrm>
      </p:grpSpPr>
      <p:sp>
        <p:nvSpPr>
          <p:cNvPr id="32" name="Google Shape;32;p61"/>
          <p:cNvSpPr txBox="1">
            <a:spLocks noGrp="1"/>
          </p:cNvSpPr>
          <p:nvPr>
            <p:ph type="title"/>
          </p:nvPr>
        </p:nvSpPr>
        <p:spPr>
          <a:xfrm>
            <a:off x="765025" y="1301360"/>
            <a:ext cx="9612971" cy="2852737"/>
          </a:xfrm>
          <a:prstGeom prst="rect">
            <a:avLst/>
          </a:prstGeom>
          <a:noFill/>
          <a:ln>
            <a:noFill/>
          </a:ln>
        </p:spPr>
        <p:txBody>
          <a:bodyPr spcFirstLastPara="1" wrap="square" lIns="91425" tIns="45700" rIns="91425" bIns="45700" anchor="b" anchorCtr="0">
            <a:normAutofit/>
          </a:bodyPr>
          <a:lstStyle>
            <a:lvl1pPr lvl="0" algn="r">
              <a:lnSpc>
                <a:spcPct val="89000"/>
              </a:lnSpc>
              <a:spcBef>
                <a:spcPts val="0"/>
              </a:spcBef>
              <a:spcAft>
                <a:spcPts val="0"/>
              </a:spcAft>
              <a:buClr>
                <a:schemeClr val="dk2"/>
              </a:buClr>
              <a:buSzPts val="7200"/>
              <a:buFont typeface="Cambria"/>
              <a:buNone/>
              <a:defRPr sz="7200" cap="none">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61"/>
          <p:cNvSpPr txBox="1">
            <a:spLocks noGrp="1"/>
          </p:cNvSpPr>
          <p:nvPr>
            <p:ph type="body" idx="1"/>
          </p:nvPr>
        </p:nvSpPr>
        <p:spPr>
          <a:xfrm>
            <a:off x="765025" y="4216328"/>
            <a:ext cx="9612971" cy="1143324"/>
          </a:xfrm>
          <a:prstGeom prst="rect">
            <a:avLst/>
          </a:prstGeom>
          <a:noFill/>
          <a:ln>
            <a:noFill/>
          </a:ln>
        </p:spPr>
        <p:txBody>
          <a:bodyPr spcFirstLastPara="1" wrap="square" lIns="91425" tIns="45700" rIns="91425" bIns="45700" anchor="t" anchorCtr="0">
            <a:normAutofit/>
          </a:bodyPr>
          <a:lstStyle>
            <a:lvl1pPr marL="457200" lvl="0" indent="-228600" algn="r">
              <a:lnSpc>
                <a:spcPct val="112000"/>
              </a:lnSpc>
              <a:spcBef>
                <a:spcPts val="0"/>
              </a:spcBef>
              <a:spcAft>
                <a:spcPts val="0"/>
              </a:spcAft>
              <a:buClr>
                <a:schemeClr val="dk2"/>
              </a:buClr>
              <a:buSzPts val="2400"/>
              <a:buNone/>
              <a:defRPr sz="2400">
                <a:solidFill>
                  <a:schemeClr val="dk2"/>
                </a:solidFill>
              </a:defRPr>
            </a:lvl1pPr>
            <a:lvl2pPr marL="914400" lvl="1" indent="-228600" algn="l">
              <a:lnSpc>
                <a:spcPct val="94000"/>
              </a:lnSpc>
              <a:spcBef>
                <a:spcPts val="500"/>
              </a:spcBef>
              <a:spcAft>
                <a:spcPts val="0"/>
              </a:spcAft>
              <a:buClr>
                <a:srgbClr val="888888"/>
              </a:buClr>
              <a:buSzPts val="2000"/>
              <a:buNone/>
              <a:defRPr sz="2000">
                <a:solidFill>
                  <a:srgbClr val="888888"/>
                </a:solidFill>
              </a:defRPr>
            </a:lvl2pPr>
            <a:lvl3pPr marL="1371600" lvl="2" indent="-228600" algn="l">
              <a:lnSpc>
                <a:spcPct val="94000"/>
              </a:lnSpc>
              <a:spcBef>
                <a:spcPts val="500"/>
              </a:spcBef>
              <a:spcAft>
                <a:spcPts val="0"/>
              </a:spcAft>
              <a:buClr>
                <a:srgbClr val="888888"/>
              </a:buClr>
              <a:buSzPts val="1800"/>
              <a:buNone/>
              <a:defRPr sz="1800">
                <a:solidFill>
                  <a:srgbClr val="888888"/>
                </a:solidFill>
              </a:defRPr>
            </a:lvl3pPr>
            <a:lvl4pPr marL="1828800" lvl="3" indent="-228600" algn="l">
              <a:lnSpc>
                <a:spcPct val="94000"/>
              </a:lnSpc>
              <a:spcBef>
                <a:spcPts val="500"/>
              </a:spcBef>
              <a:spcAft>
                <a:spcPts val="0"/>
              </a:spcAft>
              <a:buClr>
                <a:srgbClr val="888888"/>
              </a:buClr>
              <a:buSzPts val="1600"/>
              <a:buNone/>
              <a:defRPr sz="1600">
                <a:solidFill>
                  <a:srgbClr val="888888"/>
                </a:solidFill>
              </a:defRPr>
            </a:lvl4pPr>
            <a:lvl5pPr marL="2286000" lvl="4" indent="-228600" algn="l">
              <a:lnSpc>
                <a:spcPct val="94000"/>
              </a:lnSpc>
              <a:spcBef>
                <a:spcPts val="500"/>
              </a:spcBef>
              <a:spcAft>
                <a:spcPts val="0"/>
              </a:spcAft>
              <a:buClr>
                <a:srgbClr val="888888"/>
              </a:buClr>
              <a:buSzPts val="1600"/>
              <a:buNone/>
              <a:defRPr sz="1600">
                <a:solidFill>
                  <a:srgbClr val="888888"/>
                </a:solidFill>
              </a:defRPr>
            </a:lvl5pPr>
            <a:lvl6pPr marL="2743200" lvl="5" indent="-228600" algn="l">
              <a:lnSpc>
                <a:spcPct val="94000"/>
              </a:lnSpc>
              <a:spcBef>
                <a:spcPts val="500"/>
              </a:spcBef>
              <a:spcAft>
                <a:spcPts val="0"/>
              </a:spcAft>
              <a:buClr>
                <a:srgbClr val="888888"/>
              </a:buClr>
              <a:buSzPts val="1600"/>
              <a:buNone/>
              <a:defRPr sz="1600">
                <a:solidFill>
                  <a:srgbClr val="888888"/>
                </a:solidFill>
              </a:defRPr>
            </a:lvl6pPr>
            <a:lvl7pPr marL="3200400" lvl="6" indent="-228600" algn="l">
              <a:lnSpc>
                <a:spcPct val="94000"/>
              </a:lnSpc>
              <a:spcBef>
                <a:spcPts val="500"/>
              </a:spcBef>
              <a:spcAft>
                <a:spcPts val="0"/>
              </a:spcAft>
              <a:buClr>
                <a:srgbClr val="888888"/>
              </a:buClr>
              <a:buSzPts val="1600"/>
              <a:buNone/>
              <a:defRPr sz="1600">
                <a:solidFill>
                  <a:srgbClr val="888888"/>
                </a:solidFill>
              </a:defRPr>
            </a:lvl7pPr>
            <a:lvl8pPr marL="3657600" lvl="7" indent="-228600" algn="l">
              <a:lnSpc>
                <a:spcPct val="94000"/>
              </a:lnSpc>
              <a:spcBef>
                <a:spcPts val="500"/>
              </a:spcBef>
              <a:spcAft>
                <a:spcPts val="0"/>
              </a:spcAft>
              <a:buClr>
                <a:srgbClr val="888888"/>
              </a:buClr>
              <a:buSzPts val="1600"/>
              <a:buNone/>
              <a:defRPr sz="1600">
                <a:solidFill>
                  <a:srgbClr val="888888"/>
                </a:solidFill>
              </a:defRPr>
            </a:lvl8pPr>
            <a:lvl9pPr marL="4114800" lvl="8" indent="-228600" algn="l">
              <a:lnSpc>
                <a:spcPct val="94000"/>
              </a:lnSpc>
              <a:spcBef>
                <a:spcPts val="500"/>
              </a:spcBef>
              <a:spcAft>
                <a:spcPts val="200"/>
              </a:spcAft>
              <a:buClr>
                <a:srgbClr val="888888"/>
              </a:buClr>
              <a:buSzPts val="1600"/>
              <a:buNone/>
              <a:defRPr sz="1600">
                <a:solidFill>
                  <a:srgbClr val="888888"/>
                </a:solidFill>
              </a:defRPr>
            </a:lvl9pPr>
          </a:lstStyle>
          <a:p>
            <a:endParaRPr/>
          </a:p>
        </p:txBody>
      </p:sp>
      <p:sp>
        <p:nvSpPr>
          <p:cNvPr id="34" name="Google Shape;34;p61"/>
          <p:cNvSpPr txBox="1">
            <a:spLocks noGrp="1"/>
          </p:cNvSpPr>
          <p:nvPr>
            <p:ph type="dt" idx="10"/>
          </p:nvPr>
        </p:nvSpPr>
        <p:spPr>
          <a:xfrm>
            <a:off x="738908" y="6453386"/>
            <a:ext cx="1622409"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61"/>
          <p:cNvSpPr txBox="1">
            <a:spLocks noGrp="1"/>
          </p:cNvSpPr>
          <p:nvPr>
            <p:ph type="ftr" idx="11"/>
          </p:nvPr>
        </p:nvSpPr>
        <p:spPr>
          <a:xfrm>
            <a:off x="2584312" y="6453386"/>
            <a:ext cx="7023377" cy="40461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61"/>
          <p:cNvSpPr txBox="1">
            <a:spLocks noGrp="1"/>
          </p:cNvSpPr>
          <p:nvPr>
            <p:ph type="sldNum" idx="12"/>
          </p:nvPr>
        </p:nvSpPr>
        <p:spPr>
          <a:xfrm>
            <a:off x="9830683" y="6453386"/>
            <a:ext cx="1596292"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2"/>
                </a:solidFill>
                <a:latin typeface="Calibri"/>
                <a:ea typeface="Calibri"/>
                <a:cs typeface="Calibri"/>
                <a:sym typeface="Calibri"/>
              </a:defRPr>
            </a:lvl1pPr>
            <a:lvl2pPr marL="0" lvl="1" indent="0" algn="r">
              <a:spcBef>
                <a:spcPts val="0"/>
              </a:spcBef>
              <a:buNone/>
              <a:defRPr sz="1200">
                <a:solidFill>
                  <a:schemeClr val="dk2"/>
                </a:solidFill>
                <a:latin typeface="Calibri"/>
                <a:ea typeface="Calibri"/>
                <a:cs typeface="Calibri"/>
                <a:sym typeface="Calibri"/>
              </a:defRPr>
            </a:lvl2pPr>
            <a:lvl3pPr marL="0" lvl="2" indent="0" algn="r">
              <a:spcBef>
                <a:spcPts val="0"/>
              </a:spcBef>
              <a:buNone/>
              <a:defRPr sz="1200">
                <a:solidFill>
                  <a:schemeClr val="dk2"/>
                </a:solidFill>
                <a:latin typeface="Calibri"/>
                <a:ea typeface="Calibri"/>
                <a:cs typeface="Calibri"/>
                <a:sym typeface="Calibri"/>
              </a:defRPr>
            </a:lvl3pPr>
            <a:lvl4pPr marL="0" lvl="3" indent="0" algn="r">
              <a:spcBef>
                <a:spcPts val="0"/>
              </a:spcBef>
              <a:buNone/>
              <a:defRPr sz="1200">
                <a:solidFill>
                  <a:schemeClr val="dk2"/>
                </a:solidFill>
                <a:latin typeface="Calibri"/>
                <a:ea typeface="Calibri"/>
                <a:cs typeface="Calibri"/>
                <a:sym typeface="Calibri"/>
              </a:defRPr>
            </a:lvl4pPr>
            <a:lvl5pPr marL="0" lvl="4" indent="0" algn="r">
              <a:spcBef>
                <a:spcPts val="0"/>
              </a:spcBef>
              <a:buNone/>
              <a:defRPr sz="1200">
                <a:solidFill>
                  <a:schemeClr val="dk2"/>
                </a:solidFill>
                <a:latin typeface="Calibri"/>
                <a:ea typeface="Calibri"/>
                <a:cs typeface="Calibri"/>
                <a:sym typeface="Calibri"/>
              </a:defRPr>
            </a:lvl5pPr>
            <a:lvl6pPr marL="0" lvl="5" indent="0" algn="r">
              <a:spcBef>
                <a:spcPts val="0"/>
              </a:spcBef>
              <a:buNone/>
              <a:defRPr sz="1200">
                <a:solidFill>
                  <a:schemeClr val="dk2"/>
                </a:solidFill>
                <a:latin typeface="Calibri"/>
                <a:ea typeface="Calibri"/>
                <a:cs typeface="Calibri"/>
                <a:sym typeface="Calibri"/>
              </a:defRPr>
            </a:lvl6pPr>
            <a:lvl7pPr marL="0" lvl="6" indent="0" algn="r">
              <a:spcBef>
                <a:spcPts val="0"/>
              </a:spcBef>
              <a:buNone/>
              <a:defRPr sz="1200">
                <a:solidFill>
                  <a:schemeClr val="dk2"/>
                </a:solidFill>
                <a:latin typeface="Calibri"/>
                <a:ea typeface="Calibri"/>
                <a:cs typeface="Calibri"/>
                <a:sym typeface="Calibri"/>
              </a:defRPr>
            </a:lvl7pPr>
            <a:lvl8pPr marL="0" lvl="7" indent="0" algn="r">
              <a:spcBef>
                <a:spcPts val="0"/>
              </a:spcBef>
              <a:buNone/>
              <a:defRPr sz="1200">
                <a:solidFill>
                  <a:schemeClr val="dk2"/>
                </a:solidFill>
                <a:latin typeface="Calibri"/>
                <a:ea typeface="Calibri"/>
                <a:cs typeface="Calibri"/>
                <a:sym typeface="Calibri"/>
              </a:defRPr>
            </a:lvl8pPr>
            <a:lvl9pPr marL="0" lvl="8" indent="0" algn="r">
              <a:spcBef>
                <a:spcPts val="0"/>
              </a:spcBef>
              <a:buNone/>
              <a:defRPr sz="1200">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37" name="Google Shape;37;p61" title="Crop Mark"/>
          <p:cNvSpPr/>
          <p:nvPr/>
        </p:nvSpPr>
        <p:spPr>
          <a:xfrm>
            <a:off x="8151962" y="1685652"/>
            <a:ext cx="3275013" cy="4408488"/>
          </a:xfrm>
          <a:custGeom>
            <a:avLst/>
            <a:gdLst/>
            <a:ahLst/>
            <a:cxnLst/>
            <a:rect l="l" t="t" r="r" b="b"/>
            <a:pathLst>
              <a:path w="4125" h="5554" extrusionOk="0">
                <a:moveTo>
                  <a:pt x="3614" y="0"/>
                </a:moveTo>
                <a:lnTo>
                  <a:pt x="4125" y="0"/>
                </a:lnTo>
                <a:lnTo>
                  <a:pt x="4125" y="5554"/>
                </a:lnTo>
                <a:lnTo>
                  <a:pt x="0" y="5554"/>
                </a:lnTo>
                <a:lnTo>
                  <a:pt x="0" y="5074"/>
                </a:lnTo>
                <a:lnTo>
                  <a:pt x="3614" y="5074"/>
                </a:lnTo>
                <a:lnTo>
                  <a:pt x="3614" y="0"/>
                </a:lnTo>
                <a:close/>
              </a:path>
            </a:pathLst>
          </a:custGeom>
          <a:solidFill>
            <a:schemeClr val="dk2"/>
          </a:solid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62"/>
          <p:cNvSpPr txBox="1">
            <a:spLocks noGrp="1"/>
          </p:cNvSpPr>
          <p:nvPr>
            <p:ph type="title"/>
          </p:nvPr>
        </p:nvSpPr>
        <p:spPr>
          <a:xfrm>
            <a:off x="1371600" y="685800"/>
            <a:ext cx="9601200" cy="1485900"/>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4400"/>
              <a:buFont typeface="Cambria"/>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2"/>
          <p:cNvSpPr txBox="1">
            <a:spLocks noGrp="1"/>
          </p:cNvSpPr>
          <p:nvPr>
            <p:ph type="body" idx="1"/>
          </p:nvPr>
        </p:nvSpPr>
        <p:spPr>
          <a:xfrm>
            <a:off x="1371600" y="2285999"/>
            <a:ext cx="4447786" cy="3581401"/>
          </a:xfrm>
          <a:prstGeom prst="rect">
            <a:avLst/>
          </a:prstGeom>
          <a:noFill/>
          <a:ln>
            <a:noFill/>
          </a:ln>
        </p:spPr>
        <p:txBody>
          <a:bodyPr spcFirstLastPara="1" wrap="square" lIns="91425" tIns="45700" rIns="91425" bIns="45700" anchor="t" anchorCtr="0">
            <a:normAutofit/>
          </a:bodyPr>
          <a:lstStyle>
            <a:lvl1pPr marL="457200" lvl="0" indent="-355600" algn="l">
              <a:lnSpc>
                <a:spcPct val="94000"/>
              </a:lnSpc>
              <a:spcBef>
                <a:spcPts val="1000"/>
              </a:spcBef>
              <a:spcAft>
                <a:spcPts val="0"/>
              </a:spcAft>
              <a:buClr>
                <a:schemeClr val="dk2"/>
              </a:buClr>
              <a:buSzPts val="2000"/>
              <a:buChar char="■"/>
              <a:defRPr>
                <a:solidFill>
                  <a:schemeClr val="dk2"/>
                </a:solidFill>
              </a:defRPr>
            </a:lvl1pPr>
            <a:lvl2pPr marL="914400" lvl="1" indent="-355600" algn="l">
              <a:lnSpc>
                <a:spcPct val="94000"/>
              </a:lnSpc>
              <a:spcBef>
                <a:spcPts val="500"/>
              </a:spcBef>
              <a:spcAft>
                <a:spcPts val="0"/>
              </a:spcAft>
              <a:buClr>
                <a:schemeClr val="dk2"/>
              </a:buClr>
              <a:buSzPts val="2000"/>
              <a:buChar char="–"/>
              <a:defRPr>
                <a:solidFill>
                  <a:schemeClr val="dk2"/>
                </a:solidFill>
              </a:defRPr>
            </a:lvl2pPr>
            <a:lvl3pPr marL="1371600" lvl="2" indent="-342900" algn="l">
              <a:lnSpc>
                <a:spcPct val="94000"/>
              </a:lnSpc>
              <a:spcBef>
                <a:spcPts val="500"/>
              </a:spcBef>
              <a:spcAft>
                <a:spcPts val="0"/>
              </a:spcAft>
              <a:buClr>
                <a:schemeClr val="dk2"/>
              </a:buClr>
              <a:buSzPts val="1800"/>
              <a:buChar char="■"/>
              <a:defRPr>
                <a:solidFill>
                  <a:schemeClr val="dk2"/>
                </a:solidFill>
              </a:defRPr>
            </a:lvl3pPr>
            <a:lvl4pPr marL="1828800" lvl="3" indent="-342900" algn="l">
              <a:lnSpc>
                <a:spcPct val="94000"/>
              </a:lnSpc>
              <a:spcBef>
                <a:spcPts val="500"/>
              </a:spcBef>
              <a:spcAft>
                <a:spcPts val="0"/>
              </a:spcAft>
              <a:buClr>
                <a:schemeClr val="dk2"/>
              </a:buClr>
              <a:buSzPts val="1800"/>
              <a:buChar char="–"/>
              <a:defRPr>
                <a:solidFill>
                  <a:schemeClr val="dk2"/>
                </a:solidFill>
              </a:defRPr>
            </a:lvl4pPr>
            <a:lvl5pPr marL="2286000" lvl="4" indent="-330200" algn="l">
              <a:lnSpc>
                <a:spcPct val="94000"/>
              </a:lnSpc>
              <a:spcBef>
                <a:spcPts val="500"/>
              </a:spcBef>
              <a:spcAft>
                <a:spcPts val="0"/>
              </a:spcAft>
              <a:buClr>
                <a:schemeClr val="dk2"/>
              </a:buClr>
              <a:buSzPts val="1600"/>
              <a:buChar char="■"/>
              <a:defRPr>
                <a:solidFill>
                  <a:schemeClr val="dk2"/>
                </a:solidFill>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41" name="Google Shape;41;p62"/>
          <p:cNvSpPr txBox="1">
            <a:spLocks noGrp="1"/>
          </p:cNvSpPr>
          <p:nvPr>
            <p:ph type="body" idx="2"/>
          </p:nvPr>
        </p:nvSpPr>
        <p:spPr>
          <a:xfrm>
            <a:off x="6525403" y="2285999"/>
            <a:ext cx="4447786" cy="3581401"/>
          </a:xfrm>
          <a:prstGeom prst="rect">
            <a:avLst/>
          </a:prstGeom>
          <a:noFill/>
          <a:ln>
            <a:noFill/>
          </a:ln>
        </p:spPr>
        <p:txBody>
          <a:bodyPr spcFirstLastPara="1" wrap="square" lIns="91425" tIns="45700" rIns="91425" bIns="45700" anchor="t" anchorCtr="0">
            <a:normAutofit/>
          </a:bodyPr>
          <a:lstStyle>
            <a:lvl1pPr marL="457200" lvl="0" indent="-355600" algn="l">
              <a:lnSpc>
                <a:spcPct val="94000"/>
              </a:lnSpc>
              <a:spcBef>
                <a:spcPts val="1000"/>
              </a:spcBef>
              <a:spcAft>
                <a:spcPts val="0"/>
              </a:spcAft>
              <a:buClr>
                <a:schemeClr val="dk2"/>
              </a:buClr>
              <a:buSzPts val="2000"/>
              <a:buChar char="■"/>
              <a:defRPr>
                <a:solidFill>
                  <a:schemeClr val="dk2"/>
                </a:solidFill>
              </a:defRPr>
            </a:lvl1pPr>
            <a:lvl2pPr marL="914400" lvl="1" indent="-355600" algn="l">
              <a:lnSpc>
                <a:spcPct val="94000"/>
              </a:lnSpc>
              <a:spcBef>
                <a:spcPts val="500"/>
              </a:spcBef>
              <a:spcAft>
                <a:spcPts val="0"/>
              </a:spcAft>
              <a:buClr>
                <a:schemeClr val="dk2"/>
              </a:buClr>
              <a:buSzPts val="2000"/>
              <a:buChar char="–"/>
              <a:defRPr>
                <a:solidFill>
                  <a:schemeClr val="dk2"/>
                </a:solidFill>
              </a:defRPr>
            </a:lvl2pPr>
            <a:lvl3pPr marL="1371600" lvl="2" indent="-342900" algn="l">
              <a:lnSpc>
                <a:spcPct val="94000"/>
              </a:lnSpc>
              <a:spcBef>
                <a:spcPts val="500"/>
              </a:spcBef>
              <a:spcAft>
                <a:spcPts val="0"/>
              </a:spcAft>
              <a:buClr>
                <a:schemeClr val="dk2"/>
              </a:buClr>
              <a:buSzPts val="1800"/>
              <a:buChar char="■"/>
              <a:defRPr>
                <a:solidFill>
                  <a:schemeClr val="dk2"/>
                </a:solidFill>
              </a:defRPr>
            </a:lvl3pPr>
            <a:lvl4pPr marL="1828800" lvl="3" indent="-342900" algn="l">
              <a:lnSpc>
                <a:spcPct val="94000"/>
              </a:lnSpc>
              <a:spcBef>
                <a:spcPts val="500"/>
              </a:spcBef>
              <a:spcAft>
                <a:spcPts val="0"/>
              </a:spcAft>
              <a:buClr>
                <a:schemeClr val="dk2"/>
              </a:buClr>
              <a:buSzPts val="1800"/>
              <a:buChar char="–"/>
              <a:defRPr>
                <a:solidFill>
                  <a:schemeClr val="dk2"/>
                </a:solidFill>
              </a:defRPr>
            </a:lvl4pPr>
            <a:lvl5pPr marL="2286000" lvl="4" indent="-330200" algn="l">
              <a:lnSpc>
                <a:spcPct val="94000"/>
              </a:lnSpc>
              <a:spcBef>
                <a:spcPts val="500"/>
              </a:spcBef>
              <a:spcAft>
                <a:spcPts val="0"/>
              </a:spcAft>
              <a:buClr>
                <a:schemeClr val="dk2"/>
              </a:buClr>
              <a:buSzPts val="1600"/>
              <a:buChar char="■"/>
              <a:defRPr>
                <a:solidFill>
                  <a:schemeClr val="dk2"/>
                </a:solidFill>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42" name="Google Shape;42;p62"/>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2"/>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2"/>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63"/>
          <p:cNvSpPr txBox="1">
            <a:spLocks noGrp="1"/>
          </p:cNvSpPr>
          <p:nvPr>
            <p:ph type="title"/>
          </p:nvPr>
        </p:nvSpPr>
        <p:spPr>
          <a:xfrm>
            <a:off x="1371600" y="685800"/>
            <a:ext cx="9601200" cy="1485900"/>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4400"/>
              <a:buFont typeface="Cambria"/>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63"/>
          <p:cNvSpPr txBox="1">
            <a:spLocks noGrp="1"/>
          </p:cNvSpPr>
          <p:nvPr>
            <p:ph type="body" idx="1"/>
          </p:nvPr>
        </p:nvSpPr>
        <p:spPr>
          <a:xfrm>
            <a:off x="1371600" y="2340864"/>
            <a:ext cx="4443984" cy="823912"/>
          </a:xfrm>
          <a:prstGeom prst="rect">
            <a:avLst/>
          </a:prstGeom>
          <a:noFill/>
          <a:ln>
            <a:noFill/>
          </a:ln>
        </p:spPr>
        <p:txBody>
          <a:bodyPr spcFirstLastPara="1" wrap="square" lIns="91425" tIns="45700" rIns="91425" bIns="45700" anchor="b" anchorCtr="0">
            <a:noAutofit/>
          </a:bodyPr>
          <a:lstStyle>
            <a:lvl1pPr marL="457200" lvl="0" indent="-228600" algn="l">
              <a:lnSpc>
                <a:spcPct val="84000"/>
              </a:lnSpc>
              <a:spcBef>
                <a:spcPts val="0"/>
              </a:spcBef>
              <a:spcAft>
                <a:spcPts val="0"/>
              </a:spcAft>
              <a:buClr>
                <a:schemeClr val="dk2"/>
              </a:buClr>
              <a:buSzPts val="3000"/>
              <a:buNone/>
              <a:defRPr sz="3000" b="0">
                <a:solidFill>
                  <a:schemeClr val="dk2"/>
                </a:solidFill>
              </a:defRPr>
            </a:lvl1pPr>
            <a:lvl2pPr marL="914400" lvl="1" indent="-228600" algn="l">
              <a:lnSpc>
                <a:spcPct val="94000"/>
              </a:lnSpc>
              <a:spcBef>
                <a:spcPts val="500"/>
              </a:spcBef>
              <a:spcAft>
                <a:spcPts val="0"/>
              </a:spcAft>
              <a:buClr>
                <a:schemeClr val="dk2"/>
              </a:buClr>
              <a:buSzPts val="2000"/>
              <a:buNone/>
              <a:defRPr sz="2000" b="1"/>
            </a:lvl2pPr>
            <a:lvl3pPr marL="1371600" lvl="2" indent="-228600" algn="l">
              <a:lnSpc>
                <a:spcPct val="94000"/>
              </a:lnSpc>
              <a:spcBef>
                <a:spcPts val="500"/>
              </a:spcBef>
              <a:spcAft>
                <a:spcPts val="0"/>
              </a:spcAft>
              <a:buClr>
                <a:schemeClr val="dk2"/>
              </a:buClr>
              <a:buSzPts val="1800"/>
              <a:buNone/>
              <a:defRPr sz="1800" b="1"/>
            </a:lvl3pPr>
            <a:lvl4pPr marL="1828800" lvl="3" indent="-228600" algn="l">
              <a:lnSpc>
                <a:spcPct val="94000"/>
              </a:lnSpc>
              <a:spcBef>
                <a:spcPts val="500"/>
              </a:spcBef>
              <a:spcAft>
                <a:spcPts val="0"/>
              </a:spcAft>
              <a:buClr>
                <a:schemeClr val="dk2"/>
              </a:buClr>
              <a:buSzPts val="1600"/>
              <a:buNone/>
              <a:defRPr sz="1600" b="1"/>
            </a:lvl4pPr>
            <a:lvl5pPr marL="2286000" lvl="4" indent="-228600" algn="l">
              <a:lnSpc>
                <a:spcPct val="94000"/>
              </a:lnSpc>
              <a:spcBef>
                <a:spcPts val="500"/>
              </a:spcBef>
              <a:spcAft>
                <a:spcPts val="0"/>
              </a:spcAft>
              <a:buClr>
                <a:schemeClr val="dk2"/>
              </a:buClr>
              <a:buSzPts val="1600"/>
              <a:buNone/>
              <a:defRPr sz="1600" b="1"/>
            </a:lvl5pPr>
            <a:lvl6pPr marL="2743200" lvl="5" indent="-228600" algn="l">
              <a:lnSpc>
                <a:spcPct val="94000"/>
              </a:lnSpc>
              <a:spcBef>
                <a:spcPts val="500"/>
              </a:spcBef>
              <a:spcAft>
                <a:spcPts val="0"/>
              </a:spcAft>
              <a:buClr>
                <a:schemeClr val="dk2"/>
              </a:buClr>
              <a:buSzPts val="1600"/>
              <a:buNone/>
              <a:defRPr sz="1600" b="1"/>
            </a:lvl6pPr>
            <a:lvl7pPr marL="3200400" lvl="6" indent="-228600" algn="l">
              <a:lnSpc>
                <a:spcPct val="94000"/>
              </a:lnSpc>
              <a:spcBef>
                <a:spcPts val="500"/>
              </a:spcBef>
              <a:spcAft>
                <a:spcPts val="0"/>
              </a:spcAft>
              <a:buClr>
                <a:schemeClr val="dk2"/>
              </a:buClr>
              <a:buSzPts val="1600"/>
              <a:buNone/>
              <a:defRPr sz="1600" b="1"/>
            </a:lvl7pPr>
            <a:lvl8pPr marL="3657600" lvl="7" indent="-228600" algn="l">
              <a:lnSpc>
                <a:spcPct val="94000"/>
              </a:lnSpc>
              <a:spcBef>
                <a:spcPts val="500"/>
              </a:spcBef>
              <a:spcAft>
                <a:spcPts val="0"/>
              </a:spcAft>
              <a:buClr>
                <a:schemeClr val="dk2"/>
              </a:buClr>
              <a:buSzPts val="1600"/>
              <a:buNone/>
              <a:defRPr sz="1600" b="1"/>
            </a:lvl8pPr>
            <a:lvl9pPr marL="4114800" lvl="8" indent="-228600" algn="l">
              <a:lnSpc>
                <a:spcPct val="94000"/>
              </a:lnSpc>
              <a:spcBef>
                <a:spcPts val="500"/>
              </a:spcBef>
              <a:spcAft>
                <a:spcPts val="200"/>
              </a:spcAft>
              <a:buClr>
                <a:schemeClr val="dk2"/>
              </a:buClr>
              <a:buSzPts val="1600"/>
              <a:buNone/>
              <a:defRPr sz="1600" b="1"/>
            </a:lvl9pPr>
          </a:lstStyle>
          <a:p>
            <a:endParaRPr/>
          </a:p>
        </p:txBody>
      </p:sp>
      <p:sp>
        <p:nvSpPr>
          <p:cNvPr id="48" name="Google Shape;48;p63"/>
          <p:cNvSpPr txBox="1">
            <a:spLocks noGrp="1"/>
          </p:cNvSpPr>
          <p:nvPr>
            <p:ph type="body" idx="2"/>
          </p:nvPr>
        </p:nvSpPr>
        <p:spPr>
          <a:xfrm>
            <a:off x="1371600" y="3305207"/>
            <a:ext cx="4443984" cy="2562193"/>
          </a:xfrm>
          <a:prstGeom prst="rect">
            <a:avLst/>
          </a:prstGeom>
          <a:noFill/>
          <a:ln>
            <a:noFill/>
          </a:ln>
        </p:spPr>
        <p:txBody>
          <a:bodyPr spcFirstLastPara="1" wrap="square" lIns="91425" tIns="45700" rIns="91425" bIns="45700" anchor="t" anchorCtr="0">
            <a:normAutofit/>
          </a:bodyPr>
          <a:lstStyle>
            <a:lvl1pPr marL="457200" lvl="0" indent="-355600" algn="l">
              <a:lnSpc>
                <a:spcPct val="94000"/>
              </a:lnSpc>
              <a:spcBef>
                <a:spcPts val="1000"/>
              </a:spcBef>
              <a:spcAft>
                <a:spcPts val="0"/>
              </a:spcAft>
              <a:buClr>
                <a:schemeClr val="dk2"/>
              </a:buClr>
              <a:buSzPts val="2000"/>
              <a:buChar char="■"/>
              <a:defRPr>
                <a:solidFill>
                  <a:schemeClr val="dk2"/>
                </a:solidFill>
              </a:defRPr>
            </a:lvl1pPr>
            <a:lvl2pPr marL="914400" lvl="1" indent="-355600" algn="l">
              <a:lnSpc>
                <a:spcPct val="94000"/>
              </a:lnSpc>
              <a:spcBef>
                <a:spcPts val="500"/>
              </a:spcBef>
              <a:spcAft>
                <a:spcPts val="0"/>
              </a:spcAft>
              <a:buClr>
                <a:schemeClr val="dk2"/>
              </a:buClr>
              <a:buSzPts val="2000"/>
              <a:buChar char="–"/>
              <a:defRPr>
                <a:solidFill>
                  <a:schemeClr val="dk2"/>
                </a:solidFill>
              </a:defRPr>
            </a:lvl2pPr>
            <a:lvl3pPr marL="1371600" lvl="2" indent="-342900" algn="l">
              <a:lnSpc>
                <a:spcPct val="94000"/>
              </a:lnSpc>
              <a:spcBef>
                <a:spcPts val="500"/>
              </a:spcBef>
              <a:spcAft>
                <a:spcPts val="0"/>
              </a:spcAft>
              <a:buClr>
                <a:schemeClr val="dk2"/>
              </a:buClr>
              <a:buSzPts val="1800"/>
              <a:buChar char="■"/>
              <a:defRPr>
                <a:solidFill>
                  <a:schemeClr val="dk2"/>
                </a:solidFill>
              </a:defRPr>
            </a:lvl3pPr>
            <a:lvl4pPr marL="1828800" lvl="3" indent="-342900" algn="l">
              <a:lnSpc>
                <a:spcPct val="94000"/>
              </a:lnSpc>
              <a:spcBef>
                <a:spcPts val="500"/>
              </a:spcBef>
              <a:spcAft>
                <a:spcPts val="0"/>
              </a:spcAft>
              <a:buClr>
                <a:schemeClr val="dk2"/>
              </a:buClr>
              <a:buSzPts val="1800"/>
              <a:buChar char="–"/>
              <a:defRPr>
                <a:solidFill>
                  <a:schemeClr val="dk2"/>
                </a:solidFill>
              </a:defRPr>
            </a:lvl4pPr>
            <a:lvl5pPr marL="2286000" lvl="4" indent="-330200" algn="l">
              <a:lnSpc>
                <a:spcPct val="94000"/>
              </a:lnSpc>
              <a:spcBef>
                <a:spcPts val="500"/>
              </a:spcBef>
              <a:spcAft>
                <a:spcPts val="0"/>
              </a:spcAft>
              <a:buClr>
                <a:schemeClr val="dk2"/>
              </a:buClr>
              <a:buSzPts val="1600"/>
              <a:buChar char="■"/>
              <a:defRPr>
                <a:solidFill>
                  <a:schemeClr val="dk2"/>
                </a:solidFill>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49" name="Google Shape;49;p63"/>
          <p:cNvSpPr txBox="1">
            <a:spLocks noGrp="1"/>
          </p:cNvSpPr>
          <p:nvPr>
            <p:ph type="body" idx="3"/>
          </p:nvPr>
        </p:nvSpPr>
        <p:spPr>
          <a:xfrm>
            <a:off x="6525014" y="2340864"/>
            <a:ext cx="4443984" cy="823912"/>
          </a:xfrm>
          <a:prstGeom prst="rect">
            <a:avLst/>
          </a:prstGeom>
          <a:noFill/>
          <a:ln>
            <a:noFill/>
          </a:ln>
        </p:spPr>
        <p:txBody>
          <a:bodyPr spcFirstLastPara="1" wrap="square" lIns="91425" tIns="45700" rIns="91425" bIns="45700" anchor="b" anchorCtr="0">
            <a:noAutofit/>
          </a:bodyPr>
          <a:lstStyle>
            <a:lvl1pPr marL="457200" lvl="0" indent="-228600" algn="l">
              <a:lnSpc>
                <a:spcPct val="84000"/>
              </a:lnSpc>
              <a:spcBef>
                <a:spcPts val="0"/>
              </a:spcBef>
              <a:spcAft>
                <a:spcPts val="0"/>
              </a:spcAft>
              <a:buClr>
                <a:schemeClr val="dk2"/>
              </a:buClr>
              <a:buSzPts val="3000"/>
              <a:buNone/>
              <a:defRPr sz="3000" b="0">
                <a:solidFill>
                  <a:schemeClr val="dk2"/>
                </a:solidFill>
              </a:defRPr>
            </a:lvl1pPr>
            <a:lvl2pPr marL="914400" lvl="1" indent="-228600" algn="l">
              <a:lnSpc>
                <a:spcPct val="94000"/>
              </a:lnSpc>
              <a:spcBef>
                <a:spcPts val="500"/>
              </a:spcBef>
              <a:spcAft>
                <a:spcPts val="0"/>
              </a:spcAft>
              <a:buClr>
                <a:schemeClr val="dk2"/>
              </a:buClr>
              <a:buSzPts val="2000"/>
              <a:buNone/>
              <a:defRPr sz="2000" b="1"/>
            </a:lvl2pPr>
            <a:lvl3pPr marL="1371600" lvl="2" indent="-228600" algn="l">
              <a:lnSpc>
                <a:spcPct val="94000"/>
              </a:lnSpc>
              <a:spcBef>
                <a:spcPts val="500"/>
              </a:spcBef>
              <a:spcAft>
                <a:spcPts val="0"/>
              </a:spcAft>
              <a:buClr>
                <a:schemeClr val="dk2"/>
              </a:buClr>
              <a:buSzPts val="1800"/>
              <a:buNone/>
              <a:defRPr sz="1800" b="1"/>
            </a:lvl3pPr>
            <a:lvl4pPr marL="1828800" lvl="3" indent="-228600" algn="l">
              <a:lnSpc>
                <a:spcPct val="94000"/>
              </a:lnSpc>
              <a:spcBef>
                <a:spcPts val="500"/>
              </a:spcBef>
              <a:spcAft>
                <a:spcPts val="0"/>
              </a:spcAft>
              <a:buClr>
                <a:schemeClr val="dk2"/>
              </a:buClr>
              <a:buSzPts val="1600"/>
              <a:buNone/>
              <a:defRPr sz="1600" b="1"/>
            </a:lvl4pPr>
            <a:lvl5pPr marL="2286000" lvl="4" indent="-228600" algn="l">
              <a:lnSpc>
                <a:spcPct val="94000"/>
              </a:lnSpc>
              <a:spcBef>
                <a:spcPts val="500"/>
              </a:spcBef>
              <a:spcAft>
                <a:spcPts val="0"/>
              </a:spcAft>
              <a:buClr>
                <a:schemeClr val="dk2"/>
              </a:buClr>
              <a:buSzPts val="1600"/>
              <a:buNone/>
              <a:defRPr sz="1600" b="1"/>
            </a:lvl5pPr>
            <a:lvl6pPr marL="2743200" lvl="5" indent="-228600" algn="l">
              <a:lnSpc>
                <a:spcPct val="94000"/>
              </a:lnSpc>
              <a:spcBef>
                <a:spcPts val="500"/>
              </a:spcBef>
              <a:spcAft>
                <a:spcPts val="0"/>
              </a:spcAft>
              <a:buClr>
                <a:schemeClr val="dk2"/>
              </a:buClr>
              <a:buSzPts val="1600"/>
              <a:buNone/>
              <a:defRPr sz="1600" b="1"/>
            </a:lvl6pPr>
            <a:lvl7pPr marL="3200400" lvl="6" indent="-228600" algn="l">
              <a:lnSpc>
                <a:spcPct val="94000"/>
              </a:lnSpc>
              <a:spcBef>
                <a:spcPts val="500"/>
              </a:spcBef>
              <a:spcAft>
                <a:spcPts val="0"/>
              </a:spcAft>
              <a:buClr>
                <a:schemeClr val="dk2"/>
              </a:buClr>
              <a:buSzPts val="1600"/>
              <a:buNone/>
              <a:defRPr sz="1600" b="1"/>
            </a:lvl7pPr>
            <a:lvl8pPr marL="3657600" lvl="7" indent="-228600" algn="l">
              <a:lnSpc>
                <a:spcPct val="94000"/>
              </a:lnSpc>
              <a:spcBef>
                <a:spcPts val="500"/>
              </a:spcBef>
              <a:spcAft>
                <a:spcPts val="0"/>
              </a:spcAft>
              <a:buClr>
                <a:schemeClr val="dk2"/>
              </a:buClr>
              <a:buSzPts val="1600"/>
              <a:buNone/>
              <a:defRPr sz="1600" b="1"/>
            </a:lvl8pPr>
            <a:lvl9pPr marL="4114800" lvl="8" indent="-228600" algn="l">
              <a:lnSpc>
                <a:spcPct val="94000"/>
              </a:lnSpc>
              <a:spcBef>
                <a:spcPts val="500"/>
              </a:spcBef>
              <a:spcAft>
                <a:spcPts val="200"/>
              </a:spcAft>
              <a:buClr>
                <a:schemeClr val="dk2"/>
              </a:buClr>
              <a:buSzPts val="1600"/>
              <a:buNone/>
              <a:defRPr sz="1600" b="1"/>
            </a:lvl9pPr>
          </a:lstStyle>
          <a:p>
            <a:endParaRPr/>
          </a:p>
        </p:txBody>
      </p:sp>
      <p:sp>
        <p:nvSpPr>
          <p:cNvPr id="50" name="Google Shape;50;p63"/>
          <p:cNvSpPr txBox="1">
            <a:spLocks noGrp="1"/>
          </p:cNvSpPr>
          <p:nvPr>
            <p:ph type="body" idx="4"/>
          </p:nvPr>
        </p:nvSpPr>
        <p:spPr>
          <a:xfrm>
            <a:off x="6525014" y="3305207"/>
            <a:ext cx="4443984" cy="2562193"/>
          </a:xfrm>
          <a:prstGeom prst="rect">
            <a:avLst/>
          </a:prstGeom>
          <a:noFill/>
          <a:ln>
            <a:noFill/>
          </a:ln>
        </p:spPr>
        <p:txBody>
          <a:bodyPr spcFirstLastPara="1" wrap="square" lIns="91425" tIns="45700" rIns="91425" bIns="45700" anchor="t" anchorCtr="0">
            <a:normAutofit/>
          </a:bodyPr>
          <a:lstStyle>
            <a:lvl1pPr marL="457200" lvl="0" indent="-355600" algn="l">
              <a:lnSpc>
                <a:spcPct val="94000"/>
              </a:lnSpc>
              <a:spcBef>
                <a:spcPts val="1000"/>
              </a:spcBef>
              <a:spcAft>
                <a:spcPts val="0"/>
              </a:spcAft>
              <a:buClr>
                <a:schemeClr val="dk2"/>
              </a:buClr>
              <a:buSzPts val="2000"/>
              <a:buChar char="■"/>
              <a:defRPr>
                <a:solidFill>
                  <a:schemeClr val="dk2"/>
                </a:solidFill>
              </a:defRPr>
            </a:lvl1pPr>
            <a:lvl2pPr marL="914400" lvl="1" indent="-355600" algn="l">
              <a:lnSpc>
                <a:spcPct val="94000"/>
              </a:lnSpc>
              <a:spcBef>
                <a:spcPts val="500"/>
              </a:spcBef>
              <a:spcAft>
                <a:spcPts val="0"/>
              </a:spcAft>
              <a:buClr>
                <a:schemeClr val="dk2"/>
              </a:buClr>
              <a:buSzPts val="2000"/>
              <a:buChar char="–"/>
              <a:defRPr>
                <a:solidFill>
                  <a:schemeClr val="dk2"/>
                </a:solidFill>
              </a:defRPr>
            </a:lvl2pPr>
            <a:lvl3pPr marL="1371600" lvl="2" indent="-342900" algn="l">
              <a:lnSpc>
                <a:spcPct val="94000"/>
              </a:lnSpc>
              <a:spcBef>
                <a:spcPts val="500"/>
              </a:spcBef>
              <a:spcAft>
                <a:spcPts val="0"/>
              </a:spcAft>
              <a:buClr>
                <a:schemeClr val="dk2"/>
              </a:buClr>
              <a:buSzPts val="1800"/>
              <a:buChar char="■"/>
              <a:defRPr>
                <a:solidFill>
                  <a:schemeClr val="dk2"/>
                </a:solidFill>
              </a:defRPr>
            </a:lvl3pPr>
            <a:lvl4pPr marL="1828800" lvl="3" indent="-342900" algn="l">
              <a:lnSpc>
                <a:spcPct val="94000"/>
              </a:lnSpc>
              <a:spcBef>
                <a:spcPts val="500"/>
              </a:spcBef>
              <a:spcAft>
                <a:spcPts val="0"/>
              </a:spcAft>
              <a:buClr>
                <a:schemeClr val="dk2"/>
              </a:buClr>
              <a:buSzPts val="1800"/>
              <a:buChar char="–"/>
              <a:defRPr>
                <a:solidFill>
                  <a:schemeClr val="dk2"/>
                </a:solidFill>
              </a:defRPr>
            </a:lvl4pPr>
            <a:lvl5pPr marL="2286000" lvl="4" indent="-330200" algn="l">
              <a:lnSpc>
                <a:spcPct val="94000"/>
              </a:lnSpc>
              <a:spcBef>
                <a:spcPts val="500"/>
              </a:spcBef>
              <a:spcAft>
                <a:spcPts val="0"/>
              </a:spcAft>
              <a:buClr>
                <a:schemeClr val="dk2"/>
              </a:buClr>
              <a:buSzPts val="1600"/>
              <a:buChar char="■"/>
              <a:defRPr>
                <a:solidFill>
                  <a:schemeClr val="dk2"/>
                </a:solidFill>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51" name="Google Shape;51;p63"/>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3"/>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3"/>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64"/>
          <p:cNvSpPr txBox="1">
            <a:spLocks noGrp="1"/>
          </p:cNvSpPr>
          <p:nvPr>
            <p:ph type="title"/>
          </p:nvPr>
        </p:nvSpPr>
        <p:spPr>
          <a:xfrm>
            <a:off x="1371600" y="685800"/>
            <a:ext cx="9601200" cy="1485900"/>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64"/>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64"/>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64"/>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
        <p:cNvGrpSpPr/>
        <p:nvPr/>
      </p:nvGrpSpPr>
      <p:grpSpPr>
        <a:xfrm>
          <a:off x="0" y="0"/>
          <a:ext cx="0" cy="0"/>
          <a:chOff x="0" y="0"/>
          <a:chExt cx="0" cy="0"/>
        </a:xfrm>
      </p:grpSpPr>
      <p:sp>
        <p:nvSpPr>
          <p:cNvPr id="60" name="Google Shape;60;p65"/>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65"/>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65"/>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63"/>
        <p:cNvGrpSpPr/>
        <p:nvPr/>
      </p:nvGrpSpPr>
      <p:grpSpPr>
        <a:xfrm>
          <a:off x="0" y="0"/>
          <a:ext cx="0" cy="0"/>
          <a:chOff x="0" y="0"/>
          <a:chExt cx="0" cy="0"/>
        </a:xfrm>
      </p:grpSpPr>
      <p:sp>
        <p:nvSpPr>
          <p:cNvPr id="64" name="Google Shape;64;p66" title="Background Shape"/>
          <p:cNvSpPr/>
          <p:nvPr/>
        </p:nvSpPr>
        <p:spPr>
          <a:xfrm>
            <a:off x="0" y="376"/>
            <a:ext cx="5303520" cy="685762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66"/>
          <p:cNvSpPr txBox="1">
            <a:spLocks noGrp="1"/>
          </p:cNvSpPr>
          <p:nvPr>
            <p:ph type="title"/>
          </p:nvPr>
        </p:nvSpPr>
        <p:spPr>
          <a:xfrm>
            <a:off x="723900" y="685800"/>
            <a:ext cx="3855720" cy="2157884"/>
          </a:xfrm>
          <a:prstGeom prst="rect">
            <a:avLst/>
          </a:prstGeom>
          <a:noFill/>
          <a:ln>
            <a:noFill/>
          </a:ln>
        </p:spPr>
        <p:txBody>
          <a:bodyPr spcFirstLastPara="1" wrap="square" lIns="91425" tIns="45700" rIns="91425" bIns="45700" anchor="t" anchorCtr="0">
            <a:noAutofit/>
          </a:bodyPr>
          <a:lstStyle>
            <a:lvl1pPr lvl="0" algn="l">
              <a:lnSpc>
                <a:spcPct val="84000"/>
              </a:lnSpc>
              <a:spcBef>
                <a:spcPts val="0"/>
              </a:spcBef>
              <a:spcAft>
                <a:spcPts val="0"/>
              </a:spcAft>
              <a:buClr>
                <a:schemeClr val="dk2"/>
              </a:buClr>
              <a:buSzPts val="4800"/>
              <a:buFont typeface="Cambria"/>
              <a:buNone/>
              <a:defRPr sz="48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66"/>
          <p:cNvSpPr txBox="1">
            <a:spLocks noGrp="1"/>
          </p:cNvSpPr>
          <p:nvPr>
            <p:ph type="body" idx="1"/>
          </p:nvPr>
        </p:nvSpPr>
        <p:spPr>
          <a:xfrm>
            <a:off x="6256020" y="685801"/>
            <a:ext cx="5212080" cy="5175250"/>
          </a:xfrm>
          <a:prstGeom prst="rect">
            <a:avLst/>
          </a:prstGeom>
          <a:noFill/>
          <a:ln>
            <a:noFill/>
          </a:ln>
        </p:spPr>
        <p:txBody>
          <a:bodyPr spcFirstLastPara="1" wrap="square" lIns="91425" tIns="45700" rIns="91425" bIns="45700" anchor="t" anchorCtr="0">
            <a:normAutofit/>
          </a:bodyPr>
          <a:lstStyle>
            <a:lvl1pPr marL="457200" lvl="0" indent="-355600" algn="l">
              <a:lnSpc>
                <a:spcPct val="94000"/>
              </a:lnSpc>
              <a:spcBef>
                <a:spcPts val="1000"/>
              </a:spcBef>
              <a:spcAft>
                <a:spcPts val="0"/>
              </a:spcAft>
              <a:buClr>
                <a:schemeClr val="dk2"/>
              </a:buClr>
              <a:buSzPts val="2000"/>
              <a:buChar char="■"/>
              <a:defRPr sz="2000"/>
            </a:lvl1pPr>
            <a:lvl2pPr marL="914400" lvl="1" indent="-355600" algn="l">
              <a:lnSpc>
                <a:spcPct val="94000"/>
              </a:lnSpc>
              <a:spcBef>
                <a:spcPts val="500"/>
              </a:spcBef>
              <a:spcAft>
                <a:spcPts val="0"/>
              </a:spcAft>
              <a:buClr>
                <a:schemeClr val="dk2"/>
              </a:buClr>
              <a:buSzPts val="2000"/>
              <a:buChar char="–"/>
              <a:defRPr sz="2000"/>
            </a:lvl2pPr>
            <a:lvl3pPr marL="1371600" lvl="2" indent="-342900" algn="l">
              <a:lnSpc>
                <a:spcPct val="94000"/>
              </a:lnSpc>
              <a:spcBef>
                <a:spcPts val="500"/>
              </a:spcBef>
              <a:spcAft>
                <a:spcPts val="0"/>
              </a:spcAft>
              <a:buClr>
                <a:schemeClr val="dk2"/>
              </a:buClr>
              <a:buSzPts val="1800"/>
              <a:buChar char="■"/>
              <a:defRPr sz="1800"/>
            </a:lvl3pPr>
            <a:lvl4pPr marL="1828800" lvl="3" indent="-342900" algn="l">
              <a:lnSpc>
                <a:spcPct val="94000"/>
              </a:lnSpc>
              <a:spcBef>
                <a:spcPts val="500"/>
              </a:spcBef>
              <a:spcAft>
                <a:spcPts val="0"/>
              </a:spcAft>
              <a:buClr>
                <a:schemeClr val="dk2"/>
              </a:buClr>
              <a:buSzPts val="1800"/>
              <a:buChar char="–"/>
              <a:defRPr sz="1800"/>
            </a:lvl4pPr>
            <a:lvl5pPr marL="2286000" lvl="4" indent="-330200" algn="l">
              <a:lnSpc>
                <a:spcPct val="94000"/>
              </a:lnSpc>
              <a:spcBef>
                <a:spcPts val="500"/>
              </a:spcBef>
              <a:spcAft>
                <a:spcPts val="0"/>
              </a:spcAft>
              <a:buClr>
                <a:schemeClr val="dk2"/>
              </a:buClr>
              <a:buSzPts val="1600"/>
              <a:buChar char="■"/>
              <a:defRPr sz="1600"/>
            </a:lvl5pPr>
            <a:lvl6pPr marL="2743200" lvl="5" indent="-330200" algn="l">
              <a:lnSpc>
                <a:spcPct val="94000"/>
              </a:lnSpc>
              <a:spcBef>
                <a:spcPts val="500"/>
              </a:spcBef>
              <a:spcAft>
                <a:spcPts val="0"/>
              </a:spcAft>
              <a:buClr>
                <a:schemeClr val="dk2"/>
              </a:buClr>
              <a:buSzPts val="1600"/>
              <a:buChar char="–"/>
              <a:defRPr sz="1600"/>
            </a:lvl6pPr>
            <a:lvl7pPr marL="3200400" lvl="6" indent="-330200" algn="l">
              <a:lnSpc>
                <a:spcPct val="94000"/>
              </a:lnSpc>
              <a:spcBef>
                <a:spcPts val="500"/>
              </a:spcBef>
              <a:spcAft>
                <a:spcPts val="0"/>
              </a:spcAft>
              <a:buClr>
                <a:schemeClr val="dk2"/>
              </a:buClr>
              <a:buSzPts val="1600"/>
              <a:buChar char="■"/>
              <a:defRPr sz="1600"/>
            </a:lvl7pPr>
            <a:lvl8pPr marL="3657600" lvl="7" indent="-330200" algn="l">
              <a:lnSpc>
                <a:spcPct val="94000"/>
              </a:lnSpc>
              <a:spcBef>
                <a:spcPts val="500"/>
              </a:spcBef>
              <a:spcAft>
                <a:spcPts val="0"/>
              </a:spcAft>
              <a:buClr>
                <a:schemeClr val="dk2"/>
              </a:buClr>
              <a:buSzPts val="1600"/>
              <a:buChar char="–"/>
              <a:defRPr sz="1600"/>
            </a:lvl8pPr>
            <a:lvl9pPr marL="4114800" lvl="8" indent="-330200" algn="l">
              <a:lnSpc>
                <a:spcPct val="94000"/>
              </a:lnSpc>
              <a:spcBef>
                <a:spcPts val="500"/>
              </a:spcBef>
              <a:spcAft>
                <a:spcPts val="200"/>
              </a:spcAft>
              <a:buClr>
                <a:schemeClr val="dk2"/>
              </a:buClr>
              <a:buSzPts val="1600"/>
              <a:buChar char="■"/>
              <a:defRPr sz="1600"/>
            </a:lvl9pPr>
          </a:lstStyle>
          <a:p>
            <a:endParaRPr/>
          </a:p>
        </p:txBody>
      </p:sp>
      <p:sp>
        <p:nvSpPr>
          <p:cNvPr id="67" name="Google Shape;67;p66"/>
          <p:cNvSpPr txBox="1">
            <a:spLocks noGrp="1"/>
          </p:cNvSpPr>
          <p:nvPr>
            <p:ph type="body" idx="2"/>
          </p:nvPr>
        </p:nvSpPr>
        <p:spPr>
          <a:xfrm>
            <a:off x="723900" y="2856344"/>
            <a:ext cx="3855720" cy="3011056"/>
          </a:xfrm>
          <a:prstGeom prst="rect">
            <a:avLst/>
          </a:prstGeom>
          <a:noFill/>
          <a:ln>
            <a:noFill/>
          </a:ln>
        </p:spPr>
        <p:txBody>
          <a:bodyPr spcFirstLastPara="1" wrap="square" lIns="91425" tIns="45700" rIns="91425" bIns="45700" anchor="t" anchorCtr="0">
            <a:normAutofit/>
          </a:bodyPr>
          <a:lstStyle>
            <a:lvl1pPr marL="457200" lvl="0" indent="-228600" algn="l">
              <a:lnSpc>
                <a:spcPct val="113000"/>
              </a:lnSpc>
              <a:spcBef>
                <a:spcPts val="0"/>
              </a:spcBef>
              <a:spcAft>
                <a:spcPts val="0"/>
              </a:spcAft>
              <a:buClr>
                <a:schemeClr val="dk2"/>
              </a:buClr>
              <a:buSzPts val="1600"/>
              <a:buNone/>
              <a:defRPr sz="1600"/>
            </a:lvl1pPr>
            <a:lvl2pPr marL="914400" lvl="1" indent="-228600" algn="l">
              <a:lnSpc>
                <a:spcPct val="94000"/>
              </a:lnSpc>
              <a:spcBef>
                <a:spcPts val="1500"/>
              </a:spcBef>
              <a:spcAft>
                <a:spcPts val="0"/>
              </a:spcAft>
              <a:buClr>
                <a:schemeClr val="dk2"/>
              </a:buClr>
              <a:buSzPts val="1400"/>
              <a:buNone/>
              <a:defRPr sz="1400"/>
            </a:lvl2pPr>
            <a:lvl3pPr marL="1371600" lvl="2" indent="-228600" algn="l">
              <a:lnSpc>
                <a:spcPct val="94000"/>
              </a:lnSpc>
              <a:spcBef>
                <a:spcPts val="500"/>
              </a:spcBef>
              <a:spcAft>
                <a:spcPts val="0"/>
              </a:spcAft>
              <a:buClr>
                <a:schemeClr val="dk2"/>
              </a:buClr>
              <a:buSzPts val="1200"/>
              <a:buNone/>
              <a:defRPr sz="1200"/>
            </a:lvl3pPr>
            <a:lvl4pPr marL="1828800" lvl="3" indent="-228600" algn="l">
              <a:lnSpc>
                <a:spcPct val="94000"/>
              </a:lnSpc>
              <a:spcBef>
                <a:spcPts val="500"/>
              </a:spcBef>
              <a:spcAft>
                <a:spcPts val="0"/>
              </a:spcAft>
              <a:buClr>
                <a:schemeClr val="dk2"/>
              </a:buClr>
              <a:buSzPts val="1000"/>
              <a:buNone/>
              <a:defRPr sz="1000"/>
            </a:lvl4pPr>
            <a:lvl5pPr marL="2286000" lvl="4" indent="-228600" algn="l">
              <a:lnSpc>
                <a:spcPct val="94000"/>
              </a:lnSpc>
              <a:spcBef>
                <a:spcPts val="500"/>
              </a:spcBef>
              <a:spcAft>
                <a:spcPts val="0"/>
              </a:spcAft>
              <a:buClr>
                <a:schemeClr val="dk2"/>
              </a:buClr>
              <a:buSzPts val="1000"/>
              <a:buNone/>
              <a:defRPr sz="1000"/>
            </a:lvl5pPr>
            <a:lvl6pPr marL="2743200" lvl="5" indent="-228600" algn="l">
              <a:lnSpc>
                <a:spcPct val="94000"/>
              </a:lnSpc>
              <a:spcBef>
                <a:spcPts val="500"/>
              </a:spcBef>
              <a:spcAft>
                <a:spcPts val="0"/>
              </a:spcAft>
              <a:buClr>
                <a:schemeClr val="dk2"/>
              </a:buClr>
              <a:buSzPts val="1000"/>
              <a:buNone/>
              <a:defRPr sz="1000"/>
            </a:lvl6pPr>
            <a:lvl7pPr marL="3200400" lvl="6" indent="-228600" algn="l">
              <a:lnSpc>
                <a:spcPct val="94000"/>
              </a:lnSpc>
              <a:spcBef>
                <a:spcPts val="500"/>
              </a:spcBef>
              <a:spcAft>
                <a:spcPts val="0"/>
              </a:spcAft>
              <a:buClr>
                <a:schemeClr val="dk2"/>
              </a:buClr>
              <a:buSzPts val="1000"/>
              <a:buNone/>
              <a:defRPr sz="1000"/>
            </a:lvl7pPr>
            <a:lvl8pPr marL="3657600" lvl="7" indent="-228600" algn="l">
              <a:lnSpc>
                <a:spcPct val="94000"/>
              </a:lnSpc>
              <a:spcBef>
                <a:spcPts val="500"/>
              </a:spcBef>
              <a:spcAft>
                <a:spcPts val="0"/>
              </a:spcAft>
              <a:buClr>
                <a:schemeClr val="dk2"/>
              </a:buClr>
              <a:buSzPts val="1000"/>
              <a:buNone/>
              <a:defRPr sz="1000"/>
            </a:lvl8pPr>
            <a:lvl9pPr marL="4114800" lvl="8" indent="-228600" algn="l">
              <a:lnSpc>
                <a:spcPct val="94000"/>
              </a:lnSpc>
              <a:spcBef>
                <a:spcPts val="500"/>
              </a:spcBef>
              <a:spcAft>
                <a:spcPts val="200"/>
              </a:spcAft>
              <a:buClr>
                <a:schemeClr val="dk2"/>
              </a:buClr>
              <a:buSzPts val="1000"/>
              <a:buNone/>
              <a:defRPr sz="1000"/>
            </a:lvl9pPr>
          </a:lstStyle>
          <a:p>
            <a:endParaRPr/>
          </a:p>
        </p:txBody>
      </p:sp>
      <p:sp>
        <p:nvSpPr>
          <p:cNvPr id="68" name="Google Shape;68;p66"/>
          <p:cNvSpPr txBox="1">
            <a:spLocks noGrp="1"/>
          </p:cNvSpPr>
          <p:nvPr>
            <p:ph type="dt" idx="10"/>
          </p:nvPr>
        </p:nvSpPr>
        <p:spPr>
          <a:xfrm>
            <a:off x="723900" y="6453386"/>
            <a:ext cx="1204572"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66"/>
          <p:cNvSpPr txBox="1">
            <a:spLocks noGrp="1"/>
          </p:cNvSpPr>
          <p:nvPr>
            <p:ph type="ftr" idx="11"/>
          </p:nvPr>
        </p:nvSpPr>
        <p:spPr>
          <a:xfrm>
            <a:off x="2205945" y="6453386"/>
            <a:ext cx="2373675"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66"/>
          <p:cNvSpPr txBox="1">
            <a:spLocks noGrp="1"/>
          </p:cNvSpPr>
          <p:nvPr>
            <p:ph type="sldNum" idx="12"/>
          </p:nvPr>
        </p:nvSpPr>
        <p:spPr>
          <a:xfrm>
            <a:off x="9883140" y="6453386"/>
            <a:ext cx="1596292"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2"/>
                </a:solidFill>
                <a:latin typeface="Calibri"/>
                <a:ea typeface="Calibri"/>
                <a:cs typeface="Calibri"/>
                <a:sym typeface="Calibri"/>
              </a:defRPr>
            </a:lvl1pPr>
            <a:lvl2pPr marL="0" lvl="1" indent="0" algn="r">
              <a:spcBef>
                <a:spcPts val="0"/>
              </a:spcBef>
              <a:buNone/>
              <a:defRPr sz="1200">
                <a:solidFill>
                  <a:schemeClr val="dk2"/>
                </a:solidFill>
                <a:latin typeface="Calibri"/>
                <a:ea typeface="Calibri"/>
                <a:cs typeface="Calibri"/>
                <a:sym typeface="Calibri"/>
              </a:defRPr>
            </a:lvl2pPr>
            <a:lvl3pPr marL="0" lvl="2" indent="0" algn="r">
              <a:spcBef>
                <a:spcPts val="0"/>
              </a:spcBef>
              <a:buNone/>
              <a:defRPr sz="1200">
                <a:solidFill>
                  <a:schemeClr val="dk2"/>
                </a:solidFill>
                <a:latin typeface="Calibri"/>
                <a:ea typeface="Calibri"/>
                <a:cs typeface="Calibri"/>
                <a:sym typeface="Calibri"/>
              </a:defRPr>
            </a:lvl3pPr>
            <a:lvl4pPr marL="0" lvl="3" indent="0" algn="r">
              <a:spcBef>
                <a:spcPts val="0"/>
              </a:spcBef>
              <a:buNone/>
              <a:defRPr sz="1200">
                <a:solidFill>
                  <a:schemeClr val="dk2"/>
                </a:solidFill>
                <a:latin typeface="Calibri"/>
                <a:ea typeface="Calibri"/>
                <a:cs typeface="Calibri"/>
                <a:sym typeface="Calibri"/>
              </a:defRPr>
            </a:lvl4pPr>
            <a:lvl5pPr marL="0" lvl="4" indent="0" algn="r">
              <a:spcBef>
                <a:spcPts val="0"/>
              </a:spcBef>
              <a:buNone/>
              <a:defRPr sz="1200">
                <a:solidFill>
                  <a:schemeClr val="dk2"/>
                </a:solidFill>
                <a:latin typeface="Calibri"/>
                <a:ea typeface="Calibri"/>
                <a:cs typeface="Calibri"/>
                <a:sym typeface="Calibri"/>
              </a:defRPr>
            </a:lvl5pPr>
            <a:lvl6pPr marL="0" lvl="5" indent="0" algn="r">
              <a:spcBef>
                <a:spcPts val="0"/>
              </a:spcBef>
              <a:buNone/>
              <a:defRPr sz="1200">
                <a:solidFill>
                  <a:schemeClr val="dk2"/>
                </a:solidFill>
                <a:latin typeface="Calibri"/>
                <a:ea typeface="Calibri"/>
                <a:cs typeface="Calibri"/>
                <a:sym typeface="Calibri"/>
              </a:defRPr>
            </a:lvl6pPr>
            <a:lvl7pPr marL="0" lvl="6" indent="0" algn="r">
              <a:spcBef>
                <a:spcPts val="0"/>
              </a:spcBef>
              <a:buNone/>
              <a:defRPr sz="1200">
                <a:solidFill>
                  <a:schemeClr val="dk2"/>
                </a:solidFill>
                <a:latin typeface="Calibri"/>
                <a:ea typeface="Calibri"/>
                <a:cs typeface="Calibri"/>
                <a:sym typeface="Calibri"/>
              </a:defRPr>
            </a:lvl7pPr>
            <a:lvl8pPr marL="0" lvl="7" indent="0" algn="r">
              <a:spcBef>
                <a:spcPts val="0"/>
              </a:spcBef>
              <a:buNone/>
              <a:defRPr sz="1200">
                <a:solidFill>
                  <a:schemeClr val="dk2"/>
                </a:solidFill>
                <a:latin typeface="Calibri"/>
                <a:ea typeface="Calibri"/>
                <a:cs typeface="Calibri"/>
                <a:sym typeface="Calibri"/>
              </a:defRPr>
            </a:lvl8pPr>
            <a:lvl9pPr marL="0" lvl="8" indent="0" algn="r">
              <a:spcBef>
                <a:spcPts val="0"/>
              </a:spcBef>
              <a:buNone/>
              <a:defRPr sz="1200">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71" name="Google Shape;71;p66" title="Divider Bar"/>
          <p:cNvSpPr/>
          <p:nvPr/>
        </p:nvSpPr>
        <p:spPr>
          <a:xfrm>
            <a:off x="5303520" y="376"/>
            <a:ext cx="228600" cy="6858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72"/>
        <p:cNvGrpSpPr/>
        <p:nvPr/>
      </p:nvGrpSpPr>
      <p:grpSpPr>
        <a:xfrm>
          <a:off x="0" y="0"/>
          <a:ext cx="0" cy="0"/>
          <a:chOff x="0" y="0"/>
          <a:chExt cx="0" cy="0"/>
        </a:xfrm>
      </p:grpSpPr>
      <p:sp>
        <p:nvSpPr>
          <p:cNvPr id="73" name="Google Shape;73;p67" title="Background Shape"/>
          <p:cNvSpPr/>
          <p:nvPr/>
        </p:nvSpPr>
        <p:spPr>
          <a:xfrm>
            <a:off x="0" y="376"/>
            <a:ext cx="5303520" cy="6857624"/>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67"/>
          <p:cNvSpPr txBox="1">
            <a:spLocks noGrp="1"/>
          </p:cNvSpPr>
          <p:nvPr>
            <p:ph type="title"/>
          </p:nvPr>
        </p:nvSpPr>
        <p:spPr>
          <a:xfrm>
            <a:off x="723900" y="685800"/>
            <a:ext cx="3855720" cy="2157884"/>
          </a:xfrm>
          <a:prstGeom prst="rect">
            <a:avLst/>
          </a:prstGeom>
          <a:noFill/>
          <a:ln>
            <a:noFill/>
          </a:ln>
        </p:spPr>
        <p:txBody>
          <a:bodyPr spcFirstLastPara="1" wrap="square" lIns="91425" tIns="45700" rIns="91425" bIns="45700" anchor="t" anchorCtr="0">
            <a:normAutofit/>
          </a:bodyPr>
          <a:lstStyle>
            <a:lvl1pPr lvl="0" algn="l">
              <a:lnSpc>
                <a:spcPct val="84000"/>
              </a:lnSpc>
              <a:spcBef>
                <a:spcPts val="0"/>
              </a:spcBef>
              <a:spcAft>
                <a:spcPts val="0"/>
              </a:spcAft>
              <a:buClr>
                <a:schemeClr val="dk2"/>
              </a:buClr>
              <a:buSzPts val="4800"/>
              <a:buFont typeface="Cambria"/>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67"/>
          <p:cNvSpPr>
            <a:spLocks noGrp="1"/>
          </p:cNvSpPr>
          <p:nvPr>
            <p:ph type="pic" idx="2"/>
          </p:nvPr>
        </p:nvSpPr>
        <p:spPr>
          <a:xfrm>
            <a:off x="5532120" y="0"/>
            <a:ext cx="6659880" cy="6857999"/>
          </a:xfrm>
          <a:prstGeom prst="rect">
            <a:avLst/>
          </a:prstGeom>
          <a:noFill/>
          <a:ln>
            <a:noFill/>
          </a:ln>
        </p:spPr>
      </p:sp>
      <p:sp>
        <p:nvSpPr>
          <p:cNvPr id="76" name="Google Shape;76;p67"/>
          <p:cNvSpPr txBox="1">
            <a:spLocks noGrp="1"/>
          </p:cNvSpPr>
          <p:nvPr>
            <p:ph type="body" idx="1"/>
          </p:nvPr>
        </p:nvSpPr>
        <p:spPr>
          <a:xfrm>
            <a:off x="723900" y="2855968"/>
            <a:ext cx="3855720" cy="3011432"/>
          </a:xfrm>
          <a:prstGeom prst="rect">
            <a:avLst/>
          </a:prstGeom>
          <a:noFill/>
          <a:ln>
            <a:noFill/>
          </a:ln>
        </p:spPr>
        <p:txBody>
          <a:bodyPr spcFirstLastPara="1" wrap="square" lIns="91425" tIns="45700" rIns="91425" bIns="45700" anchor="t" anchorCtr="0">
            <a:normAutofit/>
          </a:bodyPr>
          <a:lstStyle>
            <a:lvl1pPr marL="457200" lvl="0" indent="-228600" algn="l">
              <a:lnSpc>
                <a:spcPct val="113000"/>
              </a:lnSpc>
              <a:spcBef>
                <a:spcPts val="0"/>
              </a:spcBef>
              <a:spcAft>
                <a:spcPts val="0"/>
              </a:spcAft>
              <a:buClr>
                <a:schemeClr val="dk2"/>
              </a:buClr>
              <a:buSzPts val="1600"/>
              <a:buNone/>
              <a:defRPr sz="1600"/>
            </a:lvl1pPr>
            <a:lvl2pPr marL="914400" lvl="1" indent="-228600" algn="l">
              <a:lnSpc>
                <a:spcPct val="94000"/>
              </a:lnSpc>
              <a:spcBef>
                <a:spcPts val="1500"/>
              </a:spcBef>
              <a:spcAft>
                <a:spcPts val="0"/>
              </a:spcAft>
              <a:buClr>
                <a:schemeClr val="dk2"/>
              </a:buClr>
              <a:buSzPts val="1400"/>
              <a:buNone/>
              <a:defRPr sz="1400"/>
            </a:lvl2pPr>
            <a:lvl3pPr marL="1371600" lvl="2" indent="-228600" algn="l">
              <a:lnSpc>
                <a:spcPct val="94000"/>
              </a:lnSpc>
              <a:spcBef>
                <a:spcPts val="500"/>
              </a:spcBef>
              <a:spcAft>
                <a:spcPts val="0"/>
              </a:spcAft>
              <a:buClr>
                <a:schemeClr val="dk2"/>
              </a:buClr>
              <a:buSzPts val="1200"/>
              <a:buNone/>
              <a:defRPr sz="1200"/>
            </a:lvl3pPr>
            <a:lvl4pPr marL="1828800" lvl="3" indent="-228600" algn="l">
              <a:lnSpc>
                <a:spcPct val="94000"/>
              </a:lnSpc>
              <a:spcBef>
                <a:spcPts val="500"/>
              </a:spcBef>
              <a:spcAft>
                <a:spcPts val="0"/>
              </a:spcAft>
              <a:buClr>
                <a:schemeClr val="dk2"/>
              </a:buClr>
              <a:buSzPts val="1000"/>
              <a:buNone/>
              <a:defRPr sz="1000"/>
            </a:lvl4pPr>
            <a:lvl5pPr marL="2286000" lvl="4" indent="-228600" algn="l">
              <a:lnSpc>
                <a:spcPct val="94000"/>
              </a:lnSpc>
              <a:spcBef>
                <a:spcPts val="500"/>
              </a:spcBef>
              <a:spcAft>
                <a:spcPts val="0"/>
              </a:spcAft>
              <a:buClr>
                <a:schemeClr val="dk2"/>
              </a:buClr>
              <a:buSzPts val="1000"/>
              <a:buNone/>
              <a:defRPr sz="1000"/>
            </a:lvl5pPr>
            <a:lvl6pPr marL="2743200" lvl="5" indent="-228600" algn="l">
              <a:lnSpc>
                <a:spcPct val="94000"/>
              </a:lnSpc>
              <a:spcBef>
                <a:spcPts val="500"/>
              </a:spcBef>
              <a:spcAft>
                <a:spcPts val="0"/>
              </a:spcAft>
              <a:buClr>
                <a:schemeClr val="dk2"/>
              </a:buClr>
              <a:buSzPts val="1000"/>
              <a:buNone/>
              <a:defRPr sz="1000"/>
            </a:lvl6pPr>
            <a:lvl7pPr marL="3200400" lvl="6" indent="-228600" algn="l">
              <a:lnSpc>
                <a:spcPct val="94000"/>
              </a:lnSpc>
              <a:spcBef>
                <a:spcPts val="500"/>
              </a:spcBef>
              <a:spcAft>
                <a:spcPts val="0"/>
              </a:spcAft>
              <a:buClr>
                <a:schemeClr val="dk2"/>
              </a:buClr>
              <a:buSzPts val="1000"/>
              <a:buNone/>
              <a:defRPr sz="1000"/>
            </a:lvl7pPr>
            <a:lvl8pPr marL="3657600" lvl="7" indent="-228600" algn="l">
              <a:lnSpc>
                <a:spcPct val="94000"/>
              </a:lnSpc>
              <a:spcBef>
                <a:spcPts val="500"/>
              </a:spcBef>
              <a:spcAft>
                <a:spcPts val="0"/>
              </a:spcAft>
              <a:buClr>
                <a:schemeClr val="dk2"/>
              </a:buClr>
              <a:buSzPts val="1000"/>
              <a:buNone/>
              <a:defRPr sz="1000"/>
            </a:lvl8pPr>
            <a:lvl9pPr marL="4114800" lvl="8" indent="-228600" algn="l">
              <a:lnSpc>
                <a:spcPct val="94000"/>
              </a:lnSpc>
              <a:spcBef>
                <a:spcPts val="500"/>
              </a:spcBef>
              <a:spcAft>
                <a:spcPts val="200"/>
              </a:spcAft>
              <a:buClr>
                <a:schemeClr val="dk2"/>
              </a:buClr>
              <a:buSzPts val="1000"/>
              <a:buNone/>
              <a:defRPr sz="1000"/>
            </a:lvl9pPr>
          </a:lstStyle>
          <a:p>
            <a:endParaRPr/>
          </a:p>
        </p:txBody>
      </p:sp>
      <p:sp>
        <p:nvSpPr>
          <p:cNvPr id="77" name="Google Shape;77;p67"/>
          <p:cNvSpPr txBox="1">
            <a:spLocks noGrp="1"/>
          </p:cNvSpPr>
          <p:nvPr>
            <p:ph type="dt" idx="10"/>
          </p:nvPr>
        </p:nvSpPr>
        <p:spPr>
          <a:xfrm>
            <a:off x="723900" y="6453386"/>
            <a:ext cx="1204572"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67"/>
          <p:cNvSpPr txBox="1">
            <a:spLocks noGrp="1"/>
          </p:cNvSpPr>
          <p:nvPr>
            <p:ph type="ftr" idx="11"/>
          </p:nvPr>
        </p:nvSpPr>
        <p:spPr>
          <a:xfrm>
            <a:off x="2205945" y="6453386"/>
            <a:ext cx="2373675"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67"/>
          <p:cNvSpPr txBox="1">
            <a:spLocks noGrp="1"/>
          </p:cNvSpPr>
          <p:nvPr>
            <p:ph type="sldNum" idx="12"/>
          </p:nvPr>
        </p:nvSpPr>
        <p:spPr>
          <a:xfrm>
            <a:off x="9883140" y="6453386"/>
            <a:ext cx="1596292"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2"/>
                </a:solidFill>
                <a:latin typeface="Calibri"/>
                <a:ea typeface="Calibri"/>
                <a:cs typeface="Calibri"/>
                <a:sym typeface="Calibri"/>
              </a:defRPr>
            </a:lvl1pPr>
            <a:lvl2pPr marL="0" lvl="1" indent="0" algn="r">
              <a:spcBef>
                <a:spcPts val="0"/>
              </a:spcBef>
              <a:buNone/>
              <a:defRPr sz="1200">
                <a:solidFill>
                  <a:schemeClr val="dk2"/>
                </a:solidFill>
                <a:latin typeface="Calibri"/>
                <a:ea typeface="Calibri"/>
                <a:cs typeface="Calibri"/>
                <a:sym typeface="Calibri"/>
              </a:defRPr>
            </a:lvl2pPr>
            <a:lvl3pPr marL="0" lvl="2" indent="0" algn="r">
              <a:spcBef>
                <a:spcPts val="0"/>
              </a:spcBef>
              <a:buNone/>
              <a:defRPr sz="1200">
                <a:solidFill>
                  <a:schemeClr val="dk2"/>
                </a:solidFill>
                <a:latin typeface="Calibri"/>
                <a:ea typeface="Calibri"/>
                <a:cs typeface="Calibri"/>
                <a:sym typeface="Calibri"/>
              </a:defRPr>
            </a:lvl3pPr>
            <a:lvl4pPr marL="0" lvl="3" indent="0" algn="r">
              <a:spcBef>
                <a:spcPts val="0"/>
              </a:spcBef>
              <a:buNone/>
              <a:defRPr sz="1200">
                <a:solidFill>
                  <a:schemeClr val="dk2"/>
                </a:solidFill>
                <a:latin typeface="Calibri"/>
                <a:ea typeface="Calibri"/>
                <a:cs typeface="Calibri"/>
                <a:sym typeface="Calibri"/>
              </a:defRPr>
            </a:lvl4pPr>
            <a:lvl5pPr marL="0" lvl="4" indent="0" algn="r">
              <a:spcBef>
                <a:spcPts val="0"/>
              </a:spcBef>
              <a:buNone/>
              <a:defRPr sz="1200">
                <a:solidFill>
                  <a:schemeClr val="dk2"/>
                </a:solidFill>
                <a:latin typeface="Calibri"/>
                <a:ea typeface="Calibri"/>
                <a:cs typeface="Calibri"/>
                <a:sym typeface="Calibri"/>
              </a:defRPr>
            </a:lvl5pPr>
            <a:lvl6pPr marL="0" lvl="5" indent="0" algn="r">
              <a:spcBef>
                <a:spcPts val="0"/>
              </a:spcBef>
              <a:buNone/>
              <a:defRPr sz="1200">
                <a:solidFill>
                  <a:schemeClr val="dk2"/>
                </a:solidFill>
                <a:latin typeface="Calibri"/>
                <a:ea typeface="Calibri"/>
                <a:cs typeface="Calibri"/>
                <a:sym typeface="Calibri"/>
              </a:defRPr>
            </a:lvl6pPr>
            <a:lvl7pPr marL="0" lvl="6" indent="0" algn="r">
              <a:spcBef>
                <a:spcPts val="0"/>
              </a:spcBef>
              <a:buNone/>
              <a:defRPr sz="1200">
                <a:solidFill>
                  <a:schemeClr val="dk2"/>
                </a:solidFill>
                <a:latin typeface="Calibri"/>
                <a:ea typeface="Calibri"/>
                <a:cs typeface="Calibri"/>
                <a:sym typeface="Calibri"/>
              </a:defRPr>
            </a:lvl7pPr>
            <a:lvl8pPr marL="0" lvl="7" indent="0" algn="r">
              <a:spcBef>
                <a:spcPts val="0"/>
              </a:spcBef>
              <a:buNone/>
              <a:defRPr sz="1200">
                <a:solidFill>
                  <a:schemeClr val="dk2"/>
                </a:solidFill>
                <a:latin typeface="Calibri"/>
                <a:ea typeface="Calibri"/>
                <a:cs typeface="Calibri"/>
                <a:sym typeface="Calibri"/>
              </a:defRPr>
            </a:lvl8pPr>
            <a:lvl9pPr marL="0" lvl="8" indent="0" algn="r">
              <a:spcBef>
                <a:spcPts val="0"/>
              </a:spcBef>
              <a:buNone/>
              <a:defRPr sz="1200">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80" name="Google Shape;80;p67" title="Divider Bar"/>
          <p:cNvSpPr/>
          <p:nvPr/>
        </p:nvSpPr>
        <p:spPr>
          <a:xfrm>
            <a:off x="5303520" y="376"/>
            <a:ext cx="228600" cy="6858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68"/>
          <p:cNvSpPr txBox="1">
            <a:spLocks noGrp="1"/>
          </p:cNvSpPr>
          <p:nvPr>
            <p:ph type="title"/>
          </p:nvPr>
        </p:nvSpPr>
        <p:spPr>
          <a:xfrm>
            <a:off x="1371600" y="685800"/>
            <a:ext cx="9601200" cy="1485900"/>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68"/>
          <p:cNvSpPr txBox="1">
            <a:spLocks noGrp="1"/>
          </p:cNvSpPr>
          <p:nvPr>
            <p:ph type="body" idx="1"/>
          </p:nvPr>
        </p:nvSpPr>
        <p:spPr>
          <a:xfrm rot="5400000">
            <a:off x="4386263" y="-719137"/>
            <a:ext cx="3571875" cy="9601200"/>
          </a:xfrm>
          <a:prstGeom prst="rect">
            <a:avLst/>
          </a:prstGeom>
          <a:noFill/>
          <a:ln>
            <a:noFill/>
          </a:ln>
        </p:spPr>
        <p:txBody>
          <a:bodyPr spcFirstLastPara="1" wrap="square" lIns="91425" tIns="45700" rIns="91425" bIns="45700" anchor="t" anchorCtr="0">
            <a:normAutofit/>
          </a:bodyPr>
          <a:lstStyle>
            <a:lvl1pPr marL="457200" lvl="0" indent="-342900" algn="l">
              <a:lnSpc>
                <a:spcPct val="94000"/>
              </a:lnSpc>
              <a:spcBef>
                <a:spcPts val="1000"/>
              </a:spcBef>
              <a:spcAft>
                <a:spcPts val="0"/>
              </a:spcAft>
              <a:buClr>
                <a:schemeClr val="dk2"/>
              </a:buClr>
              <a:buSzPts val="1800"/>
              <a:buChar char="■"/>
              <a:defRPr/>
            </a:lvl1pPr>
            <a:lvl2pPr marL="914400" lvl="1" indent="-342900" algn="l">
              <a:lnSpc>
                <a:spcPct val="94000"/>
              </a:lnSpc>
              <a:spcBef>
                <a:spcPts val="500"/>
              </a:spcBef>
              <a:spcAft>
                <a:spcPts val="0"/>
              </a:spcAft>
              <a:buClr>
                <a:schemeClr val="dk2"/>
              </a:buClr>
              <a:buSzPts val="1800"/>
              <a:buChar char="–"/>
              <a:defRPr/>
            </a:lvl2pPr>
            <a:lvl3pPr marL="1371600" lvl="2" indent="-342900" algn="l">
              <a:lnSpc>
                <a:spcPct val="94000"/>
              </a:lnSpc>
              <a:spcBef>
                <a:spcPts val="500"/>
              </a:spcBef>
              <a:spcAft>
                <a:spcPts val="0"/>
              </a:spcAft>
              <a:buClr>
                <a:schemeClr val="dk2"/>
              </a:buClr>
              <a:buSzPts val="1800"/>
              <a:buChar char="■"/>
              <a:defRPr/>
            </a:lvl3pPr>
            <a:lvl4pPr marL="1828800" lvl="3" indent="-342900" algn="l">
              <a:lnSpc>
                <a:spcPct val="94000"/>
              </a:lnSpc>
              <a:spcBef>
                <a:spcPts val="500"/>
              </a:spcBef>
              <a:spcAft>
                <a:spcPts val="0"/>
              </a:spcAft>
              <a:buClr>
                <a:schemeClr val="dk2"/>
              </a:buClr>
              <a:buSzPts val="1800"/>
              <a:buChar char="–"/>
              <a:defRPr/>
            </a:lvl4pPr>
            <a:lvl5pPr marL="2286000" lvl="4" indent="-342900" algn="l">
              <a:lnSpc>
                <a:spcPct val="94000"/>
              </a:lnSpc>
              <a:spcBef>
                <a:spcPts val="500"/>
              </a:spcBef>
              <a:spcAft>
                <a:spcPts val="0"/>
              </a:spcAft>
              <a:buClr>
                <a:schemeClr val="dk2"/>
              </a:buClr>
              <a:buSzPts val="1800"/>
              <a:buChar char="■"/>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84" name="Google Shape;84;p68"/>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68"/>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68"/>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7"/>
        <p:cNvGrpSpPr/>
        <p:nvPr/>
      </p:nvGrpSpPr>
      <p:grpSpPr>
        <a:xfrm>
          <a:off x="0" y="0"/>
          <a:ext cx="0" cy="0"/>
          <a:chOff x="0" y="0"/>
          <a:chExt cx="0" cy="0"/>
        </a:xfrm>
      </p:grpSpPr>
      <p:sp>
        <p:nvSpPr>
          <p:cNvPr id="88" name="Google Shape;88;p69"/>
          <p:cNvSpPr txBox="1">
            <a:spLocks noGrp="1"/>
          </p:cNvSpPr>
          <p:nvPr>
            <p:ph type="title"/>
          </p:nvPr>
        </p:nvSpPr>
        <p:spPr>
          <a:xfrm rot="5400000">
            <a:off x="7757822" y="2462895"/>
            <a:ext cx="5243244" cy="1565766"/>
          </a:xfrm>
          <a:prstGeom prst="rect">
            <a:avLst/>
          </a:prstGeom>
          <a:noFill/>
          <a:ln>
            <a:noFill/>
          </a:ln>
        </p:spPr>
        <p:txBody>
          <a:bodyPr spcFirstLastPara="1" wrap="square" lIns="91425" tIns="45700" rIns="91425" bIns="45700" anchor="t" anchorCtr="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69"/>
          <p:cNvSpPr txBox="1">
            <a:spLocks noGrp="1"/>
          </p:cNvSpPr>
          <p:nvPr>
            <p:ph type="body" idx="1"/>
          </p:nvPr>
        </p:nvSpPr>
        <p:spPr>
          <a:xfrm rot="5400000">
            <a:off x="2839799" y="-844042"/>
            <a:ext cx="5243244" cy="8179641"/>
          </a:xfrm>
          <a:prstGeom prst="rect">
            <a:avLst/>
          </a:prstGeom>
          <a:noFill/>
          <a:ln>
            <a:noFill/>
          </a:ln>
        </p:spPr>
        <p:txBody>
          <a:bodyPr spcFirstLastPara="1" wrap="square" lIns="91425" tIns="45700" rIns="91425" bIns="45700" anchor="t" anchorCtr="0">
            <a:normAutofit/>
          </a:bodyPr>
          <a:lstStyle>
            <a:lvl1pPr marL="457200" lvl="0" indent="-342900" algn="l">
              <a:lnSpc>
                <a:spcPct val="94000"/>
              </a:lnSpc>
              <a:spcBef>
                <a:spcPts val="1000"/>
              </a:spcBef>
              <a:spcAft>
                <a:spcPts val="0"/>
              </a:spcAft>
              <a:buClr>
                <a:schemeClr val="dk2"/>
              </a:buClr>
              <a:buSzPts val="1800"/>
              <a:buChar char="■"/>
              <a:defRPr/>
            </a:lvl1pPr>
            <a:lvl2pPr marL="914400" lvl="1" indent="-342900" algn="l">
              <a:lnSpc>
                <a:spcPct val="94000"/>
              </a:lnSpc>
              <a:spcBef>
                <a:spcPts val="500"/>
              </a:spcBef>
              <a:spcAft>
                <a:spcPts val="0"/>
              </a:spcAft>
              <a:buClr>
                <a:schemeClr val="dk2"/>
              </a:buClr>
              <a:buSzPts val="1800"/>
              <a:buChar char="–"/>
              <a:defRPr/>
            </a:lvl2pPr>
            <a:lvl3pPr marL="1371600" lvl="2" indent="-342900" algn="l">
              <a:lnSpc>
                <a:spcPct val="94000"/>
              </a:lnSpc>
              <a:spcBef>
                <a:spcPts val="500"/>
              </a:spcBef>
              <a:spcAft>
                <a:spcPts val="0"/>
              </a:spcAft>
              <a:buClr>
                <a:schemeClr val="dk2"/>
              </a:buClr>
              <a:buSzPts val="1800"/>
              <a:buChar char="■"/>
              <a:defRPr/>
            </a:lvl3pPr>
            <a:lvl4pPr marL="1828800" lvl="3" indent="-342900" algn="l">
              <a:lnSpc>
                <a:spcPct val="94000"/>
              </a:lnSpc>
              <a:spcBef>
                <a:spcPts val="500"/>
              </a:spcBef>
              <a:spcAft>
                <a:spcPts val="0"/>
              </a:spcAft>
              <a:buClr>
                <a:schemeClr val="dk2"/>
              </a:buClr>
              <a:buSzPts val="1800"/>
              <a:buChar char="–"/>
              <a:defRPr/>
            </a:lvl4pPr>
            <a:lvl5pPr marL="2286000" lvl="4" indent="-342900" algn="l">
              <a:lnSpc>
                <a:spcPct val="94000"/>
              </a:lnSpc>
              <a:spcBef>
                <a:spcPts val="500"/>
              </a:spcBef>
              <a:spcAft>
                <a:spcPts val="0"/>
              </a:spcAft>
              <a:buClr>
                <a:schemeClr val="dk2"/>
              </a:buClr>
              <a:buSzPts val="1800"/>
              <a:buChar char="■"/>
              <a:defRPr/>
            </a:lvl5pPr>
            <a:lvl6pPr marL="2743200" lvl="5" indent="-342900" algn="l">
              <a:lnSpc>
                <a:spcPct val="94000"/>
              </a:lnSpc>
              <a:spcBef>
                <a:spcPts val="500"/>
              </a:spcBef>
              <a:spcAft>
                <a:spcPts val="0"/>
              </a:spcAft>
              <a:buClr>
                <a:schemeClr val="dk2"/>
              </a:buClr>
              <a:buSzPts val="1800"/>
              <a:buChar char="–"/>
              <a:defRPr/>
            </a:lvl6pPr>
            <a:lvl7pPr marL="3200400" lvl="6" indent="-342900" algn="l">
              <a:lnSpc>
                <a:spcPct val="94000"/>
              </a:lnSpc>
              <a:spcBef>
                <a:spcPts val="500"/>
              </a:spcBef>
              <a:spcAft>
                <a:spcPts val="0"/>
              </a:spcAft>
              <a:buClr>
                <a:schemeClr val="dk2"/>
              </a:buClr>
              <a:buSzPts val="1800"/>
              <a:buChar char="■"/>
              <a:defRPr/>
            </a:lvl7pPr>
            <a:lvl8pPr marL="3657600" lvl="7" indent="-342900" algn="l">
              <a:lnSpc>
                <a:spcPct val="94000"/>
              </a:lnSpc>
              <a:spcBef>
                <a:spcPts val="500"/>
              </a:spcBef>
              <a:spcAft>
                <a:spcPts val="0"/>
              </a:spcAft>
              <a:buClr>
                <a:schemeClr val="dk2"/>
              </a:buClr>
              <a:buSzPts val="1800"/>
              <a:buChar char="–"/>
              <a:defRPr/>
            </a:lvl8pPr>
            <a:lvl9pPr marL="4114800" lvl="8" indent="-342900" algn="l">
              <a:lnSpc>
                <a:spcPct val="94000"/>
              </a:lnSpc>
              <a:spcBef>
                <a:spcPts val="500"/>
              </a:spcBef>
              <a:spcAft>
                <a:spcPts val="200"/>
              </a:spcAft>
              <a:buClr>
                <a:schemeClr val="dk2"/>
              </a:buClr>
              <a:buSzPts val="1800"/>
              <a:buChar char="■"/>
              <a:defRPr/>
            </a:lvl9pPr>
          </a:lstStyle>
          <a:p>
            <a:endParaRPr/>
          </a:p>
        </p:txBody>
      </p:sp>
      <p:sp>
        <p:nvSpPr>
          <p:cNvPr id="90" name="Google Shape;90;p69"/>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69"/>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69"/>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8"/>
          <p:cNvSpPr txBox="1">
            <a:spLocks noGrp="1"/>
          </p:cNvSpPr>
          <p:nvPr>
            <p:ph type="title"/>
          </p:nvPr>
        </p:nvSpPr>
        <p:spPr>
          <a:xfrm>
            <a:off x="1371600" y="685800"/>
            <a:ext cx="9601200" cy="1485900"/>
          </a:xfrm>
          <a:prstGeom prst="rect">
            <a:avLst/>
          </a:prstGeom>
          <a:noFill/>
          <a:ln>
            <a:noFill/>
          </a:ln>
        </p:spPr>
        <p:txBody>
          <a:bodyPr spcFirstLastPara="1" wrap="square" lIns="91425" tIns="45700" rIns="91425" bIns="45700" anchor="t" anchorCtr="0">
            <a:normAutofit/>
          </a:bodyPr>
          <a:lstStyle>
            <a:lvl1pPr marR="0" lvl="0" algn="l" rtl="0">
              <a:lnSpc>
                <a:spcPct val="89000"/>
              </a:lnSpc>
              <a:spcBef>
                <a:spcPts val="0"/>
              </a:spcBef>
              <a:spcAft>
                <a:spcPts val="0"/>
              </a:spcAft>
              <a:buClr>
                <a:schemeClr val="dk2"/>
              </a:buClr>
              <a:buSzPts val="4400"/>
              <a:buFont typeface="Cambria"/>
              <a:buNone/>
              <a:defRPr sz="4400" b="0" i="0" u="none" strike="noStrike" cap="non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58"/>
          <p:cNvSpPr txBox="1">
            <a:spLocks noGrp="1"/>
          </p:cNvSpPr>
          <p:nvPr>
            <p:ph type="body" idx="1"/>
          </p:nvPr>
        </p:nvSpPr>
        <p:spPr>
          <a:xfrm>
            <a:off x="1371600" y="2286000"/>
            <a:ext cx="9601200" cy="3581400"/>
          </a:xfrm>
          <a:prstGeom prst="rect">
            <a:avLst/>
          </a:prstGeom>
          <a:noFill/>
          <a:ln>
            <a:noFill/>
          </a:ln>
        </p:spPr>
        <p:txBody>
          <a:bodyPr spcFirstLastPara="1" wrap="square" lIns="91425" tIns="45700" rIns="91425" bIns="45700" anchor="t" anchorCtr="0">
            <a:normAutofit/>
          </a:bodyPr>
          <a:lstStyle>
            <a:lvl1pPr marL="457200" marR="0" lvl="0" indent="-355600" algn="l" rtl="0">
              <a:lnSpc>
                <a:spcPct val="94000"/>
              </a:lnSpc>
              <a:spcBef>
                <a:spcPts val="1000"/>
              </a:spcBef>
              <a:spcAft>
                <a:spcPts val="0"/>
              </a:spcAft>
              <a:buClr>
                <a:schemeClr val="dk2"/>
              </a:buClr>
              <a:buSzPts val="2000"/>
              <a:buFont typeface="Libre Franklin"/>
              <a:buChar char="■"/>
              <a:defRPr sz="2000" b="0" i="0" u="none" strike="noStrike" cap="none">
                <a:solidFill>
                  <a:schemeClr val="dk2"/>
                </a:solidFill>
                <a:latin typeface="Calibri"/>
                <a:ea typeface="Calibri"/>
                <a:cs typeface="Calibri"/>
                <a:sym typeface="Calibri"/>
              </a:defRPr>
            </a:lvl1pPr>
            <a:lvl2pPr marL="914400" marR="0" lvl="1" indent="-355600" algn="l" rtl="0">
              <a:lnSpc>
                <a:spcPct val="94000"/>
              </a:lnSpc>
              <a:spcBef>
                <a:spcPts val="500"/>
              </a:spcBef>
              <a:spcAft>
                <a:spcPts val="0"/>
              </a:spcAft>
              <a:buClr>
                <a:schemeClr val="dk2"/>
              </a:buClr>
              <a:buSzPts val="2000"/>
              <a:buFont typeface="Libre Franklin"/>
              <a:buChar char="–"/>
              <a:defRPr sz="2000" b="0" i="1" u="none" strike="noStrike" cap="none">
                <a:solidFill>
                  <a:schemeClr val="dk2"/>
                </a:solidFill>
                <a:latin typeface="Calibri"/>
                <a:ea typeface="Calibri"/>
                <a:cs typeface="Calibri"/>
                <a:sym typeface="Calibri"/>
              </a:defRPr>
            </a:lvl2pPr>
            <a:lvl3pPr marL="1371600" marR="0" lvl="2" indent="-342900" algn="l" rtl="0">
              <a:lnSpc>
                <a:spcPct val="94000"/>
              </a:lnSpc>
              <a:spcBef>
                <a:spcPts val="500"/>
              </a:spcBef>
              <a:spcAft>
                <a:spcPts val="0"/>
              </a:spcAft>
              <a:buClr>
                <a:schemeClr val="dk2"/>
              </a:buClr>
              <a:buSzPts val="1800"/>
              <a:buFont typeface="Libre Franklin"/>
              <a:buChar char="■"/>
              <a:defRPr sz="1800" b="0" i="0" u="none" strike="noStrike" cap="none">
                <a:solidFill>
                  <a:schemeClr val="dk2"/>
                </a:solidFill>
                <a:latin typeface="Calibri"/>
                <a:ea typeface="Calibri"/>
                <a:cs typeface="Calibri"/>
                <a:sym typeface="Calibri"/>
              </a:defRPr>
            </a:lvl3pPr>
            <a:lvl4pPr marL="1828800" marR="0" lvl="3" indent="-342900" algn="l" rtl="0">
              <a:lnSpc>
                <a:spcPct val="94000"/>
              </a:lnSpc>
              <a:spcBef>
                <a:spcPts val="500"/>
              </a:spcBef>
              <a:spcAft>
                <a:spcPts val="0"/>
              </a:spcAft>
              <a:buClr>
                <a:schemeClr val="dk2"/>
              </a:buClr>
              <a:buSzPts val="1800"/>
              <a:buFont typeface="Libre Franklin"/>
              <a:buChar char="–"/>
              <a:defRPr sz="1800" b="0" i="1" u="none" strike="noStrike" cap="none">
                <a:solidFill>
                  <a:schemeClr val="dk2"/>
                </a:solidFill>
                <a:latin typeface="Calibri"/>
                <a:ea typeface="Calibri"/>
                <a:cs typeface="Calibri"/>
                <a:sym typeface="Calibri"/>
              </a:defRPr>
            </a:lvl4pPr>
            <a:lvl5pPr marL="2286000" marR="0" lvl="4" indent="-330200" algn="l" rtl="0">
              <a:lnSpc>
                <a:spcPct val="94000"/>
              </a:lnSpc>
              <a:spcBef>
                <a:spcPts val="500"/>
              </a:spcBef>
              <a:spcAft>
                <a:spcPts val="0"/>
              </a:spcAft>
              <a:buClr>
                <a:schemeClr val="dk2"/>
              </a:buClr>
              <a:buSzPts val="1600"/>
              <a:buFont typeface="Libre Franklin"/>
              <a:buChar char="■"/>
              <a:defRPr sz="1600" b="0" i="0" u="none" strike="noStrike" cap="none">
                <a:solidFill>
                  <a:schemeClr val="dk2"/>
                </a:solidFill>
                <a:latin typeface="Calibri"/>
                <a:ea typeface="Calibri"/>
                <a:cs typeface="Calibri"/>
                <a:sym typeface="Calibri"/>
              </a:defRPr>
            </a:lvl5pPr>
            <a:lvl6pPr marL="2743200" marR="0" lvl="5" indent="-330200" algn="l" rtl="0">
              <a:lnSpc>
                <a:spcPct val="94000"/>
              </a:lnSpc>
              <a:spcBef>
                <a:spcPts val="500"/>
              </a:spcBef>
              <a:spcAft>
                <a:spcPts val="0"/>
              </a:spcAft>
              <a:buClr>
                <a:schemeClr val="dk2"/>
              </a:buClr>
              <a:buSzPts val="1600"/>
              <a:buFont typeface="Libre Franklin"/>
              <a:buChar char="–"/>
              <a:defRPr sz="1600" b="0" i="1" u="none" strike="noStrike" cap="none">
                <a:solidFill>
                  <a:schemeClr val="dk2"/>
                </a:solidFill>
                <a:latin typeface="Calibri"/>
                <a:ea typeface="Calibri"/>
                <a:cs typeface="Calibri"/>
                <a:sym typeface="Calibri"/>
              </a:defRPr>
            </a:lvl6pPr>
            <a:lvl7pPr marL="3200400" marR="0" lvl="6" indent="-317500" algn="l" rtl="0">
              <a:lnSpc>
                <a:spcPct val="94000"/>
              </a:lnSpc>
              <a:spcBef>
                <a:spcPts val="500"/>
              </a:spcBef>
              <a:spcAft>
                <a:spcPts val="0"/>
              </a:spcAft>
              <a:buClr>
                <a:schemeClr val="dk2"/>
              </a:buClr>
              <a:buSzPts val="1400"/>
              <a:buFont typeface="Libre Franklin"/>
              <a:buChar char="■"/>
              <a:defRPr sz="1400" b="0" i="0" u="none" strike="noStrike" cap="none">
                <a:solidFill>
                  <a:schemeClr val="dk2"/>
                </a:solidFill>
                <a:latin typeface="Calibri"/>
                <a:ea typeface="Calibri"/>
                <a:cs typeface="Calibri"/>
                <a:sym typeface="Calibri"/>
              </a:defRPr>
            </a:lvl7pPr>
            <a:lvl8pPr marL="3657600" marR="0" lvl="7" indent="-317500" algn="l" rtl="0">
              <a:lnSpc>
                <a:spcPct val="94000"/>
              </a:lnSpc>
              <a:spcBef>
                <a:spcPts val="500"/>
              </a:spcBef>
              <a:spcAft>
                <a:spcPts val="0"/>
              </a:spcAft>
              <a:buClr>
                <a:schemeClr val="dk2"/>
              </a:buClr>
              <a:buSzPts val="1400"/>
              <a:buFont typeface="Libre Franklin"/>
              <a:buChar char="–"/>
              <a:defRPr sz="1400" b="0" i="1" u="none" strike="noStrike" cap="none">
                <a:solidFill>
                  <a:schemeClr val="dk2"/>
                </a:solidFill>
                <a:latin typeface="Calibri"/>
                <a:ea typeface="Calibri"/>
                <a:cs typeface="Calibri"/>
                <a:sym typeface="Calibri"/>
              </a:defRPr>
            </a:lvl8pPr>
            <a:lvl9pPr marL="4114800" marR="0" lvl="8" indent="-317500" algn="l" rtl="0">
              <a:lnSpc>
                <a:spcPct val="94000"/>
              </a:lnSpc>
              <a:spcBef>
                <a:spcPts val="500"/>
              </a:spcBef>
              <a:spcAft>
                <a:spcPts val="200"/>
              </a:spcAft>
              <a:buClr>
                <a:schemeClr val="dk2"/>
              </a:buClr>
              <a:buSzPts val="1400"/>
              <a:buFont typeface="Libre Franklin"/>
              <a:buChar char="■"/>
              <a:defRPr sz="1400" b="0" i="0" u="none" strike="noStrike" cap="none">
                <a:solidFill>
                  <a:schemeClr val="dk2"/>
                </a:solidFill>
                <a:latin typeface="Calibri"/>
                <a:ea typeface="Calibri"/>
                <a:cs typeface="Calibri"/>
                <a:sym typeface="Calibri"/>
              </a:defRPr>
            </a:lvl9pPr>
          </a:lstStyle>
          <a:p>
            <a:endParaRPr/>
          </a:p>
        </p:txBody>
      </p:sp>
      <p:sp>
        <p:nvSpPr>
          <p:cNvPr id="12" name="Google Shape;12;p58"/>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dk2"/>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8"/>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dk2"/>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8"/>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dk2"/>
                </a:solidFill>
                <a:latin typeface="Calibri"/>
                <a:ea typeface="Calibri"/>
                <a:cs typeface="Calibri"/>
                <a:sym typeface="Calibri"/>
              </a:defRPr>
            </a:lvl1pPr>
            <a:lvl2pPr marL="0" marR="0" lvl="1" indent="0" algn="r" rtl="0">
              <a:spcBef>
                <a:spcPts val="0"/>
              </a:spcBef>
              <a:buNone/>
              <a:defRPr sz="1200" b="0" i="0" u="none" strike="noStrike" cap="none">
                <a:solidFill>
                  <a:schemeClr val="dk2"/>
                </a:solidFill>
                <a:latin typeface="Calibri"/>
                <a:ea typeface="Calibri"/>
                <a:cs typeface="Calibri"/>
                <a:sym typeface="Calibri"/>
              </a:defRPr>
            </a:lvl2pPr>
            <a:lvl3pPr marL="0" marR="0" lvl="2" indent="0" algn="r" rtl="0">
              <a:spcBef>
                <a:spcPts val="0"/>
              </a:spcBef>
              <a:buNone/>
              <a:defRPr sz="1200" b="0" i="0" u="none" strike="noStrike" cap="none">
                <a:solidFill>
                  <a:schemeClr val="dk2"/>
                </a:solidFill>
                <a:latin typeface="Calibri"/>
                <a:ea typeface="Calibri"/>
                <a:cs typeface="Calibri"/>
                <a:sym typeface="Calibri"/>
              </a:defRPr>
            </a:lvl3pPr>
            <a:lvl4pPr marL="0" marR="0" lvl="3" indent="0" algn="r" rtl="0">
              <a:spcBef>
                <a:spcPts val="0"/>
              </a:spcBef>
              <a:buNone/>
              <a:defRPr sz="1200" b="0" i="0" u="none" strike="noStrike" cap="none">
                <a:solidFill>
                  <a:schemeClr val="dk2"/>
                </a:solidFill>
                <a:latin typeface="Calibri"/>
                <a:ea typeface="Calibri"/>
                <a:cs typeface="Calibri"/>
                <a:sym typeface="Calibri"/>
              </a:defRPr>
            </a:lvl4pPr>
            <a:lvl5pPr marL="0" marR="0" lvl="4" indent="0" algn="r" rtl="0">
              <a:spcBef>
                <a:spcPts val="0"/>
              </a:spcBef>
              <a:buNone/>
              <a:defRPr sz="1200" b="0" i="0" u="none" strike="noStrike" cap="none">
                <a:solidFill>
                  <a:schemeClr val="dk2"/>
                </a:solidFill>
                <a:latin typeface="Calibri"/>
                <a:ea typeface="Calibri"/>
                <a:cs typeface="Calibri"/>
                <a:sym typeface="Calibri"/>
              </a:defRPr>
            </a:lvl5pPr>
            <a:lvl6pPr marL="0" marR="0" lvl="5" indent="0" algn="r" rtl="0">
              <a:spcBef>
                <a:spcPts val="0"/>
              </a:spcBef>
              <a:buNone/>
              <a:defRPr sz="1200" b="0" i="0" u="none" strike="noStrike" cap="none">
                <a:solidFill>
                  <a:schemeClr val="dk2"/>
                </a:solidFill>
                <a:latin typeface="Calibri"/>
                <a:ea typeface="Calibri"/>
                <a:cs typeface="Calibri"/>
                <a:sym typeface="Calibri"/>
              </a:defRPr>
            </a:lvl6pPr>
            <a:lvl7pPr marL="0" marR="0" lvl="6" indent="0" algn="r" rtl="0">
              <a:spcBef>
                <a:spcPts val="0"/>
              </a:spcBef>
              <a:buNone/>
              <a:defRPr sz="1200" b="0" i="0" u="none" strike="noStrike" cap="none">
                <a:solidFill>
                  <a:schemeClr val="dk2"/>
                </a:solidFill>
                <a:latin typeface="Calibri"/>
                <a:ea typeface="Calibri"/>
                <a:cs typeface="Calibri"/>
                <a:sym typeface="Calibri"/>
              </a:defRPr>
            </a:lvl7pPr>
            <a:lvl8pPr marL="0" marR="0" lvl="7" indent="0" algn="r" rtl="0">
              <a:spcBef>
                <a:spcPts val="0"/>
              </a:spcBef>
              <a:buNone/>
              <a:defRPr sz="1200" b="0" i="0" u="none" strike="noStrike" cap="none">
                <a:solidFill>
                  <a:schemeClr val="dk2"/>
                </a:solidFill>
                <a:latin typeface="Calibri"/>
                <a:ea typeface="Calibri"/>
                <a:cs typeface="Calibri"/>
                <a:sym typeface="Calibri"/>
              </a:defRPr>
            </a:lvl8pPr>
            <a:lvl9pPr marL="0" marR="0" lvl="8" indent="0" algn="r" rtl="0">
              <a:spcBef>
                <a:spcPts val="0"/>
              </a:spcBef>
              <a:buNone/>
              <a:defRPr sz="1200" b="0" i="0" u="none" strike="noStrike" cap="none">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58" title="Side bar"/>
          <p:cNvSpPr/>
          <p:nvPr/>
        </p:nvSpPr>
        <p:spPr>
          <a:xfrm>
            <a:off x="478095" y="376"/>
            <a:ext cx="228600" cy="6858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368">
          <p15:clr>
            <a:srgbClr val="F26B43"/>
          </p15:clr>
        </p15:guide>
        <p15:guide id="2" orient="horz" pos="1440">
          <p15:clr>
            <a:srgbClr val="F26B43"/>
          </p15:clr>
        </p15:guide>
        <p15:guide id="3" orient="horz" pos="3696">
          <p15:clr>
            <a:srgbClr val="F26B43"/>
          </p15:clr>
        </p15:guide>
        <p15:guide id="4" orient="horz" pos="432">
          <p15:clr>
            <a:srgbClr val="F26B43"/>
          </p15:clr>
        </p15:guide>
        <p15:guide id="5" orient="horz" pos="1512">
          <p15:clr>
            <a:srgbClr val="F26B43"/>
          </p15:clr>
        </p15:guide>
        <p15:guide id="6" pos="6912">
          <p15:clr>
            <a:srgbClr val="F26B43"/>
          </p15:clr>
        </p15:guide>
        <p15:guide id="7" pos="936">
          <p15:clr>
            <a:srgbClr val="F26B43"/>
          </p15:clr>
        </p15:guide>
        <p15:guide id="8"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54.png"/><Relationship Id="rId4" Type="http://schemas.openxmlformats.org/officeDocument/2006/relationships/image" Target="../media/image53.png"/></Relationships>
</file>

<file path=ppt/slides/_rels/slide43.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4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60.png"/></Relationships>
</file>

<file path=ppt/slides/_rels/slide4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5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
          <p:cNvSpPr txBox="1">
            <a:spLocks noGrp="1"/>
          </p:cNvSpPr>
          <p:nvPr>
            <p:ph type="title"/>
          </p:nvPr>
        </p:nvSpPr>
        <p:spPr>
          <a:xfrm>
            <a:off x="1085089" y="1314647"/>
            <a:ext cx="10021824" cy="1776896"/>
          </a:xfrm>
          <a:prstGeom prst="rect">
            <a:avLst/>
          </a:prstGeom>
          <a:noFill/>
          <a:ln>
            <a:noFill/>
          </a:ln>
        </p:spPr>
        <p:txBody>
          <a:bodyPr spcFirstLastPara="1" wrap="square" lIns="91425" tIns="45700" rIns="91425" bIns="45700" anchor="b" anchorCtr="0">
            <a:noAutofit/>
          </a:bodyPr>
          <a:lstStyle/>
          <a:p>
            <a:pPr lvl="0" algn="ctr">
              <a:buClr>
                <a:srgbClr val="FF0000"/>
              </a:buClr>
            </a:pPr>
            <a:br>
              <a:rPr lang="en-US" sz="3200" b="1" dirty="0">
                <a:solidFill>
                  <a:srgbClr val="FF0000"/>
                </a:solidFill>
                <a:latin typeface="Times New Roman"/>
                <a:ea typeface="Times New Roman"/>
                <a:cs typeface="Times New Roman"/>
                <a:sym typeface="Times New Roman"/>
              </a:rPr>
            </a:br>
            <a:br>
              <a:rPr lang="en-US" sz="3200" b="1" dirty="0">
                <a:solidFill>
                  <a:srgbClr val="FF0000"/>
                </a:solidFill>
                <a:latin typeface="Times New Roman"/>
                <a:ea typeface="Times New Roman"/>
                <a:cs typeface="Times New Roman"/>
                <a:sym typeface="Times New Roman"/>
              </a:rPr>
            </a:br>
            <a:br>
              <a:rPr lang="en-US" sz="3200" b="1" dirty="0">
                <a:solidFill>
                  <a:srgbClr val="FF0000"/>
                </a:solidFill>
                <a:latin typeface="Times New Roman"/>
                <a:ea typeface="Times New Roman"/>
                <a:cs typeface="Times New Roman"/>
                <a:sym typeface="Times New Roman"/>
              </a:rPr>
            </a:br>
            <a:br>
              <a:rPr lang="en-US" sz="3200" b="1" dirty="0">
                <a:solidFill>
                  <a:srgbClr val="FF0000"/>
                </a:solidFill>
                <a:latin typeface="Times New Roman"/>
                <a:ea typeface="Times New Roman"/>
                <a:cs typeface="Times New Roman"/>
                <a:sym typeface="Times New Roman"/>
              </a:rPr>
            </a:br>
            <a:br>
              <a:rPr lang="en-US" sz="3200" b="1" dirty="0">
                <a:solidFill>
                  <a:srgbClr val="FF0000"/>
                </a:solidFill>
                <a:latin typeface="Times New Roman"/>
                <a:ea typeface="Times New Roman"/>
                <a:cs typeface="Times New Roman"/>
                <a:sym typeface="Times New Roman"/>
              </a:rPr>
            </a:br>
            <a:br>
              <a:rPr lang="en-US" sz="3200" b="1" dirty="0">
                <a:solidFill>
                  <a:srgbClr val="FF0000"/>
                </a:solidFill>
                <a:latin typeface="Times New Roman"/>
                <a:ea typeface="Times New Roman"/>
                <a:cs typeface="Times New Roman"/>
                <a:sym typeface="Times New Roman"/>
              </a:rPr>
            </a:br>
            <a:br>
              <a:rPr lang="en-US" sz="3200" b="1" dirty="0">
                <a:solidFill>
                  <a:srgbClr val="FF0000"/>
                </a:solidFill>
                <a:latin typeface="Times New Roman"/>
                <a:ea typeface="Times New Roman"/>
                <a:cs typeface="Times New Roman"/>
                <a:sym typeface="Times New Roman"/>
              </a:rPr>
            </a:br>
            <a:br>
              <a:rPr lang="en-US" sz="3200" b="1" dirty="0">
                <a:solidFill>
                  <a:srgbClr val="FF0000"/>
                </a:solidFill>
                <a:latin typeface="Times New Roman"/>
                <a:ea typeface="Times New Roman"/>
                <a:cs typeface="Times New Roman"/>
                <a:sym typeface="Times New Roman"/>
              </a:rPr>
            </a:br>
            <a:br>
              <a:rPr lang="en-US" sz="3200" b="1" dirty="0">
                <a:solidFill>
                  <a:srgbClr val="FF0000"/>
                </a:solidFill>
                <a:latin typeface="Times New Roman"/>
                <a:ea typeface="Times New Roman"/>
                <a:cs typeface="Times New Roman"/>
                <a:sym typeface="Times New Roman"/>
              </a:rPr>
            </a:br>
            <a:br>
              <a:rPr lang="en-US" sz="3200" b="1" dirty="0">
                <a:solidFill>
                  <a:srgbClr val="FF0000"/>
                </a:solidFill>
                <a:latin typeface="Times New Roman"/>
                <a:ea typeface="Times New Roman"/>
                <a:cs typeface="Times New Roman"/>
                <a:sym typeface="Times New Roman"/>
              </a:rPr>
            </a:br>
            <a:br>
              <a:rPr lang="en-US" sz="3200" b="1" dirty="0">
                <a:solidFill>
                  <a:srgbClr val="FF0000"/>
                </a:solidFill>
                <a:latin typeface="Times New Roman"/>
                <a:ea typeface="Times New Roman"/>
                <a:cs typeface="Times New Roman"/>
                <a:sym typeface="Times New Roman"/>
              </a:rPr>
            </a:br>
            <a:br>
              <a:rPr lang="en-US" sz="3200" b="1" dirty="0">
                <a:solidFill>
                  <a:srgbClr val="FF0000"/>
                </a:solidFill>
                <a:latin typeface="Times New Roman"/>
                <a:ea typeface="Times New Roman"/>
                <a:cs typeface="Times New Roman"/>
                <a:sym typeface="Times New Roman"/>
              </a:rPr>
            </a:br>
            <a:br>
              <a:rPr lang="en-US" sz="3200" b="1" dirty="0">
                <a:solidFill>
                  <a:srgbClr val="FF0000"/>
                </a:solidFill>
                <a:latin typeface="Times New Roman"/>
                <a:ea typeface="Times New Roman"/>
                <a:cs typeface="Times New Roman"/>
                <a:sym typeface="Times New Roman"/>
              </a:rPr>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br>
              <a:rPr lang="en-IN" sz="2400" dirty="0"/>
            </a:br>
            <a:r>
              <a:rPr lang="en-IN" sz="2400" dirty="0"/>
              <a:t>Introduction to Electronics &amp; Semiconductor Technology</a:t>
            </a:r>
            <a:br>
              <a:rPr lang="en-IN" sz="2400" dirty="0"/>
            </a:br>
            <a:r>
              <a:rPr lang="en-US" sz="2400" b="1" dirty="0">
                <a:solidFill>
                  <a:schemeClr val="bg2"/>
                </a:solidFill>
                <a:latin typeface="Times New Roman"/>
                <a:ea typeface="Times New Roman"/>
                <a:cs typeface="Times New Roman"/>
                <a:sym typeface="Times New Roman"/>
              </a:rPr>
              <a:t>Course Code:</a:t>
            </a:r>
            <a:r>
              <a:rPr lang="en-IN" sz="2400" dirty="0">
                <a:solidFill>
                  <a:schemeClr val="bg2"/>
                </a:solidFill>
              </a:rPr>
              <a:t>ESV10010</a:t>
            </a:r>
            <a:r>
              <a:rPr lang="en-US" sz="2400" b="0" dirty="0">
                <a:solidFill>
                  <a:schemeClr val="bg2"/>
                </a:solidFill>
                <a:latin typeface="Arial"/>
                <a:ea typeface="Arial"/>
                <a:cs typeface="Arial"/>
                <a:sym typeface="Arial"/>
              </a:rPr>
              <a:t> </a:t>
            </a:r>
            <a:br>
              <a:rPr lang="en-US" sz="3200" b="1" dirty="0">
                <a:solidFill>
                  <a:srgbClr val="FF0000"/>
                </a:solidFill>
                <a:latin typeface="Times New Roman"/>
                <a:ea typeface="Times New Roman"/>
                <a:cs typeface="Times New Roman"/>
                <a:sym typeface="Times New Roman"/>
              </a:rPr>
            </a:br>
            <a:br>
              <a:rPr lang="en-US" sz="3200" b="1" i="1" dirty="0">
                <a:solidFill>
                  <a:srgbClr val="FF0000"/>
                </a:solidFill>
                <a:latin typeface="Times New Roman"/>
                <a:ea typeface="Times New Roman"/>
                <a:cs typeface="Times New Roman"/>
                <a:sym typeface="Times New Roman"/>
              </a:rPr>
            </a:br>
            <a:r>
              <a:rPr lang="en-US" sz="3200" b="1" dirty="0">
                <a:solidFill>
                  <a:srgbClr val="FF0000"/>
                </a:solidFill>
                <a:latin typeface="Times New Roman"/>
                <a:ea typeface="Times New Roman"/>
                <a:cs typeface="Times New Roman"/>
                <a:sym typeface="Times New Roman"/>
              </a:rPr>
              <a:t> </a:t>
            </a:r>
            <a:endParaRPr dirty="0"/>
          </a:p>
        </p:txBody>
      </p:sp>
      <p:pic>
        <p:nvPicPr>
          <p:cNvPr id="98" name="Google Shape;98;p1"/>
          <p:cNvPicPr preferRelativeResize="0"/>
          <p:nvPr/>
        </p:nvPicPr>
        <p:blipFill rotWithShape="1">
          <a:blip r:embed="rId3">
            <a:alphaModFix/>
          </a:blip>
          <a:srcRect/>
          <a:stretch/>
        </p:blipFill>
        <p:spPr>
          <a:xfrm>
            <a:off x="1085088" y="2324320"/>
            <a:ext cx="10317480" cy="4422079"/>
          </a:xfrm>
          <a:prstGeom prst="rect">
            <a:avLst/>
          </a:prstGeom>
          <a:noFill/>
          <a:ln>
            <a:noFill/>
          </a:ln>
        </p:spPr>
      </p:pic>
      <p:pic>
        <p:nvPicPr>
          <p:cNvPr id="99" name="Google Shape;99;p1"/>
          <p:cNvPicPr preferRelativeResize="0"/>
          <p:nvPr/>
        </p:nvPicPr>
        <p:blipFill rotWithShape="1">
          <a:blip r:embed="rId4">
            <a:alphaModFix/>
          </a:blip>
          <a:srcRect/>
          <a:stretch/>
        </p:blipFill>
        <p:spPr>
          <a:xfrm>
            <a:off x="3962400" y="3313"/>
            <a:ext cx="3981450" cy="1143000"/>
          </a:xfrm>
          <a:prstGeom prst="rect">
            <a:avLst/>
          </a:prstGeom>
          <a:noFill/>
          <a:ln>
            <a:noFill/>
          </a:ln>
        </p:spPr>
      </p:pic>
      <p:sp>
        <p:nvSpPr>
          <p:cNvPr id="100" name="Google Shape;100;p1"/>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
          <p:cNvSpPr txBox="1">
            <a:spLocks noGrp="1"/>
          </p:cNvSpPr>
          <p:nvPr>
            <p:ph type="ctrTitle"/>
          </p:nvPr>
        </p:nvSpPr>
        <p:spPr>
          <a:xfrm>
            <a:off x="2590800" y="2438401"/>
            <a:ext cx="6705600" cy="1470025"/>
          </a:xfrm>
          <a:prstGeom prst="rect">
            <a:avLst/>
          </a:prstGeom>
          <a:solidFill>
            <a:schemeClr val="lt1"/>
          </a:solidFill>
          <a:ln>
            <a:noFill/>
          </a:ln>
        </p:spPr>
        <p:txBody>
          <a:bodyPr spcFirstLastPara="1" wrap="square" lIns="91425" tIns="45700" rIns="91425" bIns="45700" anchor="b" anchorCtr="0">
            <a:noAutofit/>
          </a:bodyPr>
          <a:lstStyle/>
          <a:p>
            <a:pPr marL="0" lvl="0" indent="0" algn="ctr" rtl="0">
              <a:lnSpc>
                <a:spcPct val="89000"/>
              </a:lnSpc>
              <a:spcBef>
                <a:spcPts val="0"/>
              </a:spcBef>
              <a:spcAft>
                <a:spcPts val="0"/>
              </a:spcAft>
              <a:buClr>
                <a:srgbClr val="002060"/>
              </a:buClr>
              <a:buSzPts val="4800"/>
              <a:buFont typeface="Cambria"/>
              <a:buNone/>
            </a:pPr>
            <a:r>
              <a:rPr lang="en-US" sz="4800">
                <a:solidFill>
                  <a:srgbClr val="002060"/>
                </a:solidFill>
              </a:rPr>
              <a:t>UNIT I - A.C. CIRCUITS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3"/>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Contents</a:t>
            </a:r>
            <a:endParaRPr/>
          </a:p>
        </p:txBody>
      </p:sp>
      <p:sp>
        <p:nvSpPr>
          <p:cNvPr id="111" name="Google Shape;111;p3"/>
          <p:cNvSpPr txBox="1">
            <a:spLocks noGrp="1"/>
          </p:cNvSpPr>
          <p:nvPr>
            <p:ph type="body" idx="1"/>
          </p:nvPr>
        </p:nvSpPr>
        <p:spPr>
          <a:xfrm>
            <a:off x="1120588" y="1129553"/>
            <a:ext cx="10533530" cy="5414682"/>
          </a:xfrm>
          <a:prstGeom prst="rect">
            <a:avLst/>
          </a:prstGeom>
          <a:noFill/>
          <a:ln>
            <a:noFill/>
          </a:ln>
        </p:spPr>
        <p:txBody>
          <a:bodyPr spcFirstLastPara="1" wrap="square" lIns="91425" tIns="45700" rIns="91425" bIns="45700" anchor="t" anchorCtr="0">
            <a:normAutofit/>
          </a:bodyPr>
          <a:lstStyle/>
          <a:p>
            <a:pPr marL="0" lvl="0" indent="0" algn="just" rtl="0">
              <a:lnSpc>
                <a:spcPct val="94000"/>
              </a:lnSpc>
              <a:spcBef>
                <a:spcPts val="0"/>
              </a:spcBef>
              <a:spcAft>
                <a:spcPts val="0"/>
              </a:spcAft>
              <a:buClr>
                <a:schemeClr val="dk1"/>
              </a:buClr>
              <a:buSzPts val="3200"/>
              <a:buNone/>
            </a:pPr>
            <a:r>
              <a:rPr lang="en-US" sz="3200"/>
              <a:t>A.C. Circuits: Generation of alternating EMF, Equation of alternating quantity, waveforms, Concept of impedance, admittance, Series RL, RC, RLC circuits, Series resonance, Single Phase Transformer working principle. [7L]</a:t>
            </a:r>
            <a:endParaRPr/>
          </a:p>
        </p:txBody>
      </p:sp>
      <p:sp>
        <p:nvSpPr>
          <p:cNvPr id="112" name="Google Shape;112;p3"/>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113" name="Google Shape;113;p3"/>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114" name="Google Shape;114;p3"/>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4"/>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Alternating systems</a:t>
            </a:r>
            <a:endParaRPr/>
          </a:p>
        </p:txBody>
      </p:sp>
      <p:pic>
        <p:nvPicPr>
          <p:cNvPr id="120" name="Google Shape;120;p4"/>
          <p:cNvPicPr preferRelativeResize="0">
            <a:picLocks noGrp="1"/>
          </p:cNvPicPr>
          <p:nvPr>
            <p:ph type="body" idx="1"/>
          </p:nvPr>
        </p:nvPicPr>
        <p:blipFill rotWithShape="1">
          <a:blip r:embed="rId3">
            <a:alphaModFix/>
          </a:blip>
          <a:srcRect l="29544" t="46758" r="12614" b="26456"/>
          <a:stretch/>
        </p:blipFill>
        <p:spPr>
          <a:xfrm>
            <a:off x="1714640" y="2743201"/>
            <a:ext cx="8913005" cy="2321653"/>
          </a:xfrm>
          <a:prstGeom prst="rect">
            <a:avLst/>
          </a:prstGeom>
          <a:noFill/>
          <a:ln>
            <a:noFill/>
          </a:ln>
        </p:spPr>
      </p:pic>
      <p:sp>
        <p:nvSpPr>
          <p:cNvPr id="121" name="Google Shape;121;p4"/>
          <p:cNvSpPr txBox="1"/>
          <p:nvPr/>
        </p:nvSpPr>
        <p:spPr>
          <a:xfrm>
            <a:off x="1120588" y="1129553"/>
            <a:ext cx="10533530" cy="5414682"/>
          </a:xfrm>
          <a:prstGeom prst="rect">
            <a:avLst/>
          </a:prstGeom>
          <a:noFill/>
          <a:ln>
            <a:noFill/>
          </a:ln>
        </p:spPr>
        <p:txBody>
          <a:bodyPr spcFirstLastPara="1" wrap="square" lIns="91425" tIns="45700" rIns="91425" bIns="45700" anchor="t" anchorCtr="0">
            <a:normAutofit/>
          </a:bodyPr>
          <a:lstStyle/>
          <a:p>
            <a:pPr marL="384048" marR="0" lvl="0" indent="-384048" algn="just" rtl="0">
              <a:lnSpc>
                <a:spcPct val="94000"/>
              </a:lnSpc>
              <a:spcBef>
                <a:spcPts val="0"/>
              </a:spcBef>
              <a:spcAft>
                <a:spcPts val="0"/>
              </a:spcAft>
              <a:buClr>
                <a:schemeClr val="dk1"/>
              </a:buClr>
              <a:buSzPts val="2400"/>
              <a:buFont typeface="Libre Franklin"/>
              <a:buChar char="■"/>
            </a:pPr>
            <a:r>
              <a:rPr lang="en-US" sz="2400" b="0" i="0" u="none" strike="noStrike" cap="none">
                <a:solidFill>
                  <a:schemeClr val="dk1"/>
                </a:solidFill>
                <a:latin typeface="Calibri"/>
                <a:ea typeface="Calibri"/>
                <a:cs typeface="Calibri"/>
                <a:sym typeface="Calibri"/>
              </a:rPr>
              <a:t>Alternating current can be abbreviated to a.c., hence a system with such an alternating current is known as an a.c. system. The curves relating current to time are known as waveforms.</a:t>
            </a:r>
            <a:endParaRPr sz="2400" b="0" i="0" u="none" strike="noStrike" cap="none">
              <a:solidFill>
                <a:schemeClr val="dk1"/>
              </a:solidFill>
              <a:latin typeface="Calibri"/>
              <a:ea typeface="Calibri"/>
              <a:cs typeface="Calibri"/>
              <a:sym typeface="Calibri"/>
            </a:endParaRPr>
          </a:p>
        </p:txBody>
      </p:sp>
      <p:sp>
        <p:nvSpPr>
          <p:cNvPr id="122" name="Google Shape;122;p4"/>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123" name="Google Shape;123;p4"/>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124" name="Google Shape;124;p4"/>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5"/>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endParaRPr/>
          </a:p>
        </p:txBody>
      </p:sp>
      <p:sp>
        <p:nvSpPr>
          <p:cNvPr id="130" name="Google Shape;130;p5"/>
          <p:cNvSpPr txBox="1">
            <a:spLocks noGrp="1"/>
          </p:cNvSpPr>
          <p:nvPr>
            <p:ph type="body" idx="1"/>
          </p:nvPr>
        </p:nvSpPr>
        <p:spPr>
          <a:xfrm>
            <a:off x="1120588" y="1129553"/>
            <a:ext cx="10533530" cy="5414682"/>
          </a:xfrm>
          <a:prstGeom prst="rect">
            <a:avLst/>
          </a:prstGeom>
          <a:noFill/>
          <a:ln>
            <a:noFill/>
          </a:ln>
        </p:spPr>
        <p:txBody>
          <a:bodyPr spcFirstLastPara="1" wrap="square" lIns="91425" tIns="45700" rIns="91425" bIns="45700" anchor="t" anchorCtr="0">
            <a:normAutofit/>
          </a:bodyPr>
          <a:lstStyle/>
          <a:p>
            <a:pPr marL="384048" lvl="0" indent="-384048" algn="just" rtl="0">
              <a:lnSpc>
                <a:spcPct val="94000"/>
              </a:lnSpc>
              <a:spcBef>
                <a:spcPts val="0"/>
              </a:spcBef>
              <a:spcAft>
                <a:spcPts val="0"/>
              </a:spcAft>
              <a:buClr>
                <a:srgbClr val="332E2B"/>
              </a:buClr>
              <a:buSzPts val="2800"/>
              <a:buChar char="■"/>
            </a:pPr>
            <a:r>
              <a:rPr lang="en-US" sz="2800" b="0" i="0">
                <a:solidFill>
                  <a:srgbClr val="332E2B"/>
                </a:solidFill>
                <a:latin typeface="Cambria"/>
                <a:ea typeface="Cambria"/>
                <a:cs typeface="Cambria"/>
                <a:sym typeface="Cambria"/>
              </a:rPr>
              <a:t>An A.C. generator is an electronic device used to convert mechanical energy into electrical energy using the principle of electromagnetic induction. </a:t>
            </a:r>
            <a:endParaRPr/>
          </a:p>
          <a:p>
            <a:pPr marL="384048" lvl="0" indent="-384048" algn="just" rtl="0">
              <a:lnSpc>
                <a:spcPct val="94000"/>
              </a:lnSpc>
              <a:spcBef>
                <a:spcPts val="1200"/>
              </a:spcBef>
              <a:spcAft>
                <a:spcPts val="0"/>
              </a:spcAft>
              <a:buClr>
                <a:schemeClr val="dk1"/>
              </a:buClr>
              <a:buSzPts val="2800"/>
              <a:buChar char="■"/>
            </a:pPr>
            <a:r>
              <a:rPr lang="en-US" sz="2800">
                <a:latin typeface="Cambria"/>
                <a:ea typeface="Cambria"/>
                <a:cs typeface="Cambria"/>
                <a:sym typeface="Cambria"/>
              </a:rPr>
              <a:t>AC generators work on the principle of Faraday's law of electromagnetic induction. When the armature rotates between the magnet's poles upon an axis perpendicular to the magnetic field, the flux linkage of the armature changes continuously. Due to this, an emf is induced in the armature.</a:t>
            </a:r>
            <a:endParaRPr/>
          </a:p>
          <a:p>
            <a:pPr marL="384048" lvl="0" indent="-257048" algn="just" rtl="0">
              <a:lnSpc>
                <a:spcPct val="94000"/>
              </a:lnSpc>
              <a:spcBef>
                <a:spcPts val="1200"/>
              </a:spcBef>
              <a:spcAft>
                <a:spcPts val="0"/>
              </a:spcAft>
              <a:buClr>
                <a:schemeClr val="dk1"/>
              </a:buClr>
              <a:buSzPts val="2000"/>
              <a:buNone/>
            </a:pPr>
            <a:endParaRPr/>
          </a:p>
        </p:txBody>
      </p:sp>
      <p:sp>
        <p:nvSpPr>
          <p:cNvPr id="131" name="Google Shape;131;p5"/>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132" name="Google Shape;132;p5"/>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133" name="Google Shape;133;p5"/>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6"/>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89000"/>
              </a:lnSpc>
              <a:spcBef>
                <a:spcPts val="0"/>
              </a:spcBef>
              <a:spcAft>
                <a:spcPts val="0"/>
              </a:spcAft>
              <a:buClr>
                <a:schemeClr val="dk2"/>
              </a:buClr>
              <a:buSzPct val="100000"/>
              <a:buFont typeface="Cambria"/>
              <a:buNone/>
            </a:pPr>
            <a:r>
              <a:rPr lang="en-US"/>
              <a:t>Generation of an alternating e.m.f.</a:t>
            </a:r>
            <a:br>
              <a:rPr lang="en-US"/>
            </a:br>
            <a:r>
              <a:rPr lang="en-US" sz="3100" b="0">
                <a:solidFill>
                  <a:schemeClr val="dk1"/>
                </a:solidFill>
              </a:rPr>
              <a:t>3D animation link- </a:t>
            </a:r>
            <a:r>
              <a:rPr lang="en-US" sz="2700" b="0">
                <a:solidFill>
                  <a:schemeClr val="dk1"/>
                </a:solidFill>
              </a:rPr>
              <a:t>https://youtu.be/gQyamjPrw-U</a:t>
            </a:r>
            <a:endParaRPr b="0">
              <a:solidFill>
                <a:schemeClr val="dk1"/>
              </a:solidFill>
            </a:endParaRPr>
          </a:p>
        </p:txBody>
      </p:sp>
      <p:pic>
        <p:nvPicPr>
          <p:cNvPr id="139" name="Google Shape;139;p6"/>
          <p:cNvPicPr preferRelativeResize="0">
            <a:picLocks noGrp="1"/>
          </p:cNvPicPr>
          <p:nvPr>
            <p:ph type="body" idx="1"/>
          </p:nvPr>
        </p:nvPicPr>
        <p:blipFill rotWithShape="1">
          <a:blip r:embed="rId3">
            <a:alphaModFix/>
          </a:blip>
          <a:srcRect l="28852" t="20673" r="26676" b="29497"/>
          <a:stretch/>
        </p:blipFill>
        <p:spPr>
          <a:xfrm>
            <a:off x="859536" y="1489111"/>
            <a:ext cx="6181344" cy="3879777"/>
          </a:xfrm>
          <a:prstGeom prst="rect">
            <a:avLst/>
          </a:prstGeom>
          <a:noFill/>
          <a:ln>
            <a:noFill/>
          </a:ln>
        </p:spPr>
      </p:pic>
      <p:pic>
        <p:nvPicPr>
          <p:cNvPr id="140" name="Google Shape;140;p6"/>
          <p:cNvPicPr preferRelativeResize="0"/>
          <p:nvPr/>
        </p:nvPicPr>
        <p:blipFill rotWithShape="1">
          <a:blip r:embed="rId4">
            <a:alphaModFix/>
          </a:blip>
          <a:srcRect l="30662" t="14761" r="13850" b="10916"/>
          <a:stretch/>
        </p:blipFill>
        <p:spPr>
          <a:xfrm>
            <a:off x="5678425" y="1127969"/>
            <a:ext cx="6108192" cy="4602062"/>
          </a:xfrm>
          <a:prstGeom prst="rect">
            <a:avLst/>
          </a:prstGeom>
          <a:noFill/>
          <a:ln>
            <a:noFill/>
          </a:ln>
        </p:spPr>
      </p:pic>
      <p:sp>
        <p:nvSpPr>
          <p:cNvPr id="141" name="Google Shape;141;p6"/>
          <p:cNvSpPr txBox="1"/>
          <p:nvPr/>
        </p:nvSpPr>
        <p:spPr>
          <a:xfrm>
            <a:off x="1307592" y="6091173"/>
            <a:ext cx="996467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Arial"/>
                <a:ea typeface="Arial"/>
                <a:cs typeface="Arial"/>
                <a:sym typeface="Arial"/>
              </a:rPr>
              <a:t>Fig. Generation of an alternating e.m.f.                                                   Fig. </a:t>
            </a:r>
            <a:r>
              <a:rPr lang="en-US" sz="1800" b="0" i="0" u="none" strike="noStrike" cap="none">
                <a:solidFill>
                  <a:schemeClr val="dk1"/>
                </a:solidFill>
                <a:latin typeface="Calibri"/>
                <a:ea typeface="Calibri"/>
                <a:cs typeface="Calibri"/>
                <a:sym typeface="Calibri"/>
              </a:rPr>
              <a:t>EMF in rotating coil</a:t>
            </a:r>
            <a:endParaRPr/>
          </a:p>
        </p:txBody>
      </p:sp>
      <p:sp>
        <p:nvSpPr>
          <p:cNvPr id="142" name="Google Shape;142;p6"/>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143" name="Google Shape;143;p6"/>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144" name="Google Shape;144;p6"/>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7"/>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Explanation</a:t>
            </a:r>
            <a:endParaRPr/>
          </a:p>
        </p:txBody>
      </p:sp>
      <p:sp>
        <p:nvSpPr>
          <p:cNvPr id="150" name="Google Shape;150;p7"/>
          <p:cNvSpPr txBox="1">
            <a:spLocks noGrp="1"/>
          </p:cNvSpPr>
          <p:nvPr>
            <p:ph type="body" idx="1"/>
          </p:nvPr>
        </p:nvSpPr>
        <p:spPr>
          <a:xfrm>
            <a:off x="1120588" y="1129553"/>
            <a:ext cx="10533530" cy="5414682"/>
          </a:xfrm>
          <a:prstGeom prst="rect">
            <a:avLst/>
          </a:prstGeom>
          <a:noFill/>
          <a:ln>
            <a:noFill/>
          </a:ln>
        </p:spPr>
        <p:txBody>
          <a:bodyPr spcFirstLastPara="1" wrap="square" lIns="91425" tIns="45700" rIns="91425" bIns="45700" anchor="t" anchorCtr="0">
            <a:normAutofit/>
          </a:bodyPr>
          <a:lstStyle/>
          <a:p>
            <a:pPr marL="384048" lvl="0" indent="-384048" algn="just" rtl="0">
              <a:lnSpc>
                <a:spcPct val="94000"/>
              </a:lnSpc>
              <a:spcBef>
                <a:spcPts val="0"/>
              </a:spcBef>
              <a:spcAft>
                <a:spcPts val="0"/>
              </a:spcAft>
              <a:buClr>
                <a:schemeClr val="dk1"/>
              </a:buClr>
              <a:buSzPts val="2000"/>
              <a:buChar char="■"/>
            </a:pPr>
            <a:r>
              <a:rPr lang="en-US"/>
              <a:t>The Figure shows a loop AB carried by a spindle DD rotated at a constant speed in an anticlockwise direction in a uniform magnetic field due to poles NS. </a:t>
            </a:r>
            <a:endParaRPr/>
          </a:p>
          <a:p>
            <a:pPr marL="384048" lvl="0" indent="-384048" algn="just" rtl="0">
              <a:lnSpc>
                <a:spcPct val="94000"/>
              </a:lnSpc>
              <a:spcBef>
                <a:spcPts val="1200"/>
              </a:spcBef>
              <a:spcAft>
                <a:spcPts val="0"/>
              </a:spcAft>
              <a:buClr>
                <a:schemeClr val="dk1"/>
              </a:buClr>
              <a:buSzPts val="2000"/>
              <a:buChar char="■"/>
            </a:pPr>
            <a:r>
              <a:rPr lang="en-US"/>
              <a:t>The ends of the loop are brought out to two slip-rings C1 and C2,attached to but insulated from DD. </a:t>
            </a:r>
            <a:endParaRPr/>
          </a:p>
          <a:p>
            <a:pPr marL="384048" lvl="0" indent="-384048" algn="just" rtl="0">
              <a:lnSpc>
                <a:spcPct val="94000"/>
              </a:lnSpc>
              <a:spcBef>
                <a:spcPts val="1200"/>
              </a:spcBef>
              <a:spcAft>
                <a:spcPts val="0"/>
              </a:spcAft>
              <a:buClr>
                <a:schemeClr val="dk1"/>
              </a:buClr>
              <a:buSzPts val="2000"/>
              <a:buChar char="■"/>
            </a:pPr>
            <a:r>
              <a:rPr lang="en-US"/>
              <a:t>Bearing on these rings are carbon brushes E1 and E2, which are connected to an external resistor R.</a:t>
            </a:r>
            <a:endParaRPr/>
          </a:p>
          <a:p>
            <a:pPr marL="384048" lvl="0" indent="-384048" algn="just" rtl="0">
              <a:lnSpc>
                <a:spcPct val="94000"/>
              </a:lnSpc>
              <a:spcBef>
                <a:spcPts val="1200"/>
              </a:spcBef>
              <a:spcAft>
                <a:spcPts val="0"/>
              </a:spcAft>
              <a:buClr>
                <a:schemeClr val="dk1"/>
              </a:buClr>
              <a:buSzPts val="2000"/>
              <a:buChar char="■"/>
            </a:pPr>
            <a:r>
              <a:rPr lang="en-US"/>
              <a:t>Since the coil sides are moving in opposite directions, the e.m.f.s act in opposite directions, as shown by the dot and cross notation.</a:t>
            </a:r>
            <a:endParaRPr/>
          </a:p>
          <a:p>
            <a:pPr marL="384048" lvl="0" indent="-384048" algn="just" rtl="0">
              <a:lnSpc>
                <a:spcPct val="94000"/>
              </a:lnSpc>
              <a:spcBef>
                <a:spcPts val="1200"/>
              </a:spcBef>
              <a:spcAft>
                <a:spcPts val="0"/>
              </a:spcAft>
              <a:buClr>
                <a:schemeClr val="dk1"/>
              </a:buClr>
              <a:buSzPts val="2000"/>
              <a:buChar char="■"/>
            </a:pPr>
            <a:r>
              <a:rPr lang="en-US"/>
              <a:t>However, they do act in the same direction around the coil so that the e.m.f. which appears at the brushes is twice that which is induced in a coil side.</a:t>
            </a:r>
            <a:endParaRPr/>
          </a:p>
          <a:p>
            <a:pPr marL="384048" lvl="0" indent="-257048" algn="just" rtl="0">
              <a:lnSpc>
                <a:spcPct val="94000"/>
              </a:lnSpc>
              <a:spcBef>
                <a:spcPts val="1200"/>
              </a:spcBef>
              <a:spcAft>
                <a:spcPts val="0"/>
              </a:spcAft>
              <a:buClr>
                <a:schemeClr val="dk1"/>
              </a:buClr>
              <a:buSzPts val="2000"/>
              <a:buNone/>
            </a:pPr>
            <a:endParaRPr/>
          </a:p>
        </p:txBody>
      </p:sp>
      <p:sp>
        <p:nvSpPr>
          <p:cNvPr id="151" name="Google Shape;151;p7"/>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152" name="Google Shape;152;p7"/>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153" name="Google Shape;153;p7"/>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8"/>
          <p:cNvSpPr txBox="1">
            <a:spLocks noGrp="1"/>
          </p:cNvSpPr>
          <p:nvPr>
            <p:ph type="body" idx="1"/>
          </p:nvPr>
        </p:nvSpPr>
        <p:spPr>
          <a:xfrm>
            <a:off x="875739" y="786511"/>
            <a:ext cx="5445815" cy="5608656"/>
          </a:xfrm>
          <a:prstGeom prst="rect">
            <a:avLst/>
          </a:prstGeom>
          <a:noFill/>
          <a:ln>
            <a:noFill/>
          </a:ln>
        </p:spPr>
        <p:txBody>
          <a:bodyPr spcFirstLastPara="1" wrap="square" lIns="91425" tIns="45700" rIns="91425" bIns="45700" anchor="t" anchorCtr="0">
            <a:normAutofit/>
          </a:bodyPr>
          <a:lstStyle/>
          <a:p>
            <a:pPr marL="384048" lvl="0" indent="-384048" algn="just" rtl="0">
              <a:lnSpc>
                <a:spcPct val="94000"/>
              </a:lnSpc>
              <a:spcBef>
                <a:spcPts val="0"/>
              </a:spcBef>
              <a:spcAft>
                <a:spcPts val="0"/>
              </a:spcAft>
              <a:buClr>
                <a:schemeClr val="dk1"/>
              </a:buClr>
              <a:buSzPts val="2000"/>
              <a:buChar char="■"/>
            </a:pPr>
            <a:r>
              <a:rPr lang="en-US"/>
              <a:t>In Fig. (a), coil AB is shown after it has rotated through an angle θ from the horizontal position, namely the position of zero e.m.f.</a:t>
            </a:r>
            <a:endParaRPr/>
          </a:p>
          <a:p>
            <a:pPr marL="384048" lvl="0" indent="-384048" algn="just" rtl="0">
              <a:lnSpc>
                <a:spcPct val="94000"/>
              </a:lnSpc>
              <a:spcBef>
                <a:spcPts val="1200"/>
              </a:spcBef>
              <a:spcAft>
                <a:spcPts val="0"/>
              </a:spcAft>
              <a:buClr>
                <a:schemeClr val="dk1"/>
              </a:buClr>
              <a:buSzPts val="2000"/>
              <a:buChar char="■"/>
            </a:pPr>
            <a:r>
              <a:rPr lang="en-US"/>
              <a:t>Suppose the peripheral velocity of each side of the loop to be u metres per second; then at the instant shown in Fig., this peripheral velocity can be represented by the length of a line AL drawn at right angles to the plane of the loop. </a:t>
            </a:r>
            <a:endParaRPr/>
          </a:p>
          <a:p>
            <a:pPr marL="384048" lvl="0" indent="-384048" algn="just" rtl="0">
              <a:lnSpc>
                <a:spcPct val="94000"/>
              </a:lnSpc>
              <a:spcBef>
                <a:spcPts val="1200"/>
              </a:spcBef>
              <a:spcAft>
                <a:spcPts val="0"/>
              </a:spcAft>
              <a:buClr>
                <a:schemeClr val="dk1"/>
              </a:buClr>
              <a:buSzPts val="2000"/>
              <a:buChar char="■"/>
            </a:pPr>
            <a:r>
              <a:rPr lang="en-US"/>
              <a:t>We can resolve AL into two components, AM and AN, perpendicular and parallel respectively to the direction of the magnetic flux, as shown in Fig. (b). </a:t>
            </a:r>
            <a:endParaRPr/>
          </a:p>
          <a:p>
            <a:pPr marL="384048" lvl="0" indent="-384048" algn="just" rtl="0">
              <a:lnSpc>
                <a:spcPct val="94000"/>
              </a:lnSpc>
              <a:spcBef>
                <a:spcPts val="1200"/>
              </a:spcBef>
              <a:spcAft>
                <a:spcPts val="0"/>
              </a:spcAft>
              <a:buClr>
                <a:schemeClr val="dk1"/>
              </a:buClr>
              <a:buSzPts val="2000"/>
              <a:buChar char="■"/>
            </a:pPr>
            <a:r>
              <a:rPr lang="en-US" sz="2000"/>
              <a:t>The e.m.f. generated in A is due entirely to the component of the velocity </a:t>
            </a:r>
            <a:r>
              <a:rPr lang="en-US" sz="2000" b="1"/>
              <a:t>perpendicular to the magnetic field. </a:t>
            </a:r>
            <a:r>
              <a:rPr lang="en-US" b="1"/>
              <a:t>(</a:t>
            </a:r>
            <a:r>
              <a:rPr lang="en-US" sz="2000" b="1"/>
              <a:t>AM=usinθ)</a:t>
            </a:r>
            <a:endParaRPr b="1"/>
          </a:p>
          <a:p>
            <a:pPr marL="384048" lvl="0" indent="-231648" algn="just" rtl="0">
              <a:lnSpc>
                <a:spcPct val="94000"/>
              </a:lnSpc>
              <a:spcBef>
                <a:spcPts val="1200"/>
              </a:spcBef>
              <a:spcAft>
                <a:spcPts val="0"/>
              </a:spcAft>
              <a:buClr>
                <a:schemeClr val="dk1"/>
              </a:buClr>
              <a:buSzPts val="2400"/>
              <a:buNone/>
            </a:pPr>
            <a:endParaRPr sz="2400"/>
          </a:p>
        </p:txBody>
      </p:sp>
      <p:pic>
        <p:nvPicPr>
          <p:cNvPr id="159" name="Google Shape;159;p8"/>
          <p:cNvPicPr preferRelativeResize="0"/>
          <p:nvPr/>
        </p:nvPicPr>
        <p:blipFill rotWithShape="1">
          <a:blip r:embed="rId3">
            <a:alphaModFix/>
          </a:blip>
          <a:srcRect/>
          <a:stretch/>
        </p:blipFill>
        <p:spPr>
          <a:xfrm>
            <a:off x="6666195" y="1321319"/>
            <a:ext cx="2578794" cy="3966197"/>
          </a:xfrm>
          <a:prstGeom prst="rect">
            <a:avLst/>
          </a:prstGeom>
          <a:noFill/>
          <a:ln>
            <a:noFill/>
          </a:ln>
        </p:spPr>
      </p:pic>
      <p:pic>
        <p:nvPicPr>
          <p:cNvPr id="160" name="Google Shape;160;p8"/>
          <p:cNvPicPr preferRelativeResize="0"/>
          <p:nvPr/>
        </p:nvPicPr>
        <p:blipFill rotWithShape="1">
          <a:blip r:embed="rId4">
            <a:alphaModFix/>
          </a:blip>
          <a:srcRect/>
          <a:stretch/>
        </p:blipFill>
        <p:spPr>
          <a:xfrm>
            <a:off x="9614977" y="1412082"/>
            <a:ext cx="2304256" cy="3361850"/>
          </a:xfrm>
          <a:prstGeom prst="rect">
            <a:avLst/>
          </a:prstGeom>
          <a:noFill/>
          <a:ln>
            <a:noFill/>
          </a:ln>
        </p:spPr>
      </p:pic>
      <p:sp>
        <p:nvSpPr>
          <p:cNvPr id="161" name="Google Shape;161;p8"/>
          <p:cNvSpPr txBox="1">
            <a:spLocks noGrp="1"/>
          </p:cNvSpPr>
          <p:nvPr>
            <p:ph type="title"/>
          </p:nvPr>
        </p:nvSpPr>
        <p:spPr>
          <a:xfrm>
            <a:off x="1111631" y="119761"/>
            <a:ext cx="10533063"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Generation of an alternating e.m.f.</a:t>
            </a:r>
            <a:endParaRPr/>
          </a:p>
        </p:txBody>
      </p:sp>
      <p:sp>
        <p:nvSpPr>
          <p:cNvPr id="162" name="Google Shape;162;p8"/>
          <p:cNvSpPr txBox="1"/>
          <p:nvPr/>
        </p:nvSpPr>
        <p:spPr>
          <a:xfrm>
            <a:off x="7017830" y="5075505"/>
            <a:ext cx="4626864"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chemeClr val="dk1"/>
                </a:solidFill>
                <a:latin typeface="Arial"/>
                <a:ea typeface="Arial"/>
                <a:cs typeface="Arial"/>
                <a:sym typeface="Arial"/>
              </a:rPr>
              <a:t>Fig. Instantaneous value of generated e.m.f.				</a:t>
            </a:r>
            <a:endParaRPr sz="1800" b="1" i="0" u="none" strike="noStrike" cap="none">
              <a:solidFill>
                <a:schemeClr val="dk1"/>
              </a:solidFill>
              <a:latin typeface="Calibri"/>
              <a:ea typeface="Calibri"/>
              <a:cs typeface="Calibri"/>
              <a:sym typeface="Calibri"/>
            </a:endParaRPr>
          </a:p>
        </p:txBody>
      </p:sp>
      <p:pic>
        <p:nvPicPr>
          <p:cNvPr id="163" name="Google Shape;163;p8"/>
          <p:cNvPicPr preferRelativeResize="0"/>
          <p:nvPr/>
        </p:nvPicPr>
        <p:blipFill rotWithShape="1">
          <a:blip r:embed="rId5">
            <a:alphaModFix/>
          </a:blip>
          <a:srcRect l="18150" t="47600" r="23200" b="33600"/>
          <a:stretch/>
        </p:blipFill>
        <p:spPr>
          <a:xfrm>
            <a:off x="6213718" y="5484063"/>
            <a:ext cx="4758817" cy="858048"/>
          </a:xfrm>
          <a:prstGeom prst="rect">
            <a:avLst/>
          </a:prstGeom>
          <a:noFill/>
          <a:ln>
            <a:noFill/>
          </a:ln>
        </p:spPr>
      </p:pic>
      <p:sp>
        <p:nvSpPr>
          <p:cNvPr id="164" name="Google Shape;164;p8"/>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165" name="Google Shape;165;p8"/>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166" name="Google Shape;166;p8"/>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9"/>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endParaRPr/>
          </a:p>
        </p:txBody>
      </p:sp>
      <p:pic>
        <p:nvPicPr>
          <p:cNvPr id="172" name="Google Shape;172;p9"/>
          <p:cNvPicPr preferRelativeResize="0">
            <a:picLocks noGrp="1"/>
          </p:cNvPicPr>
          <p:nvPr>
            <p:ph type="body" idx="1"/>
          </p:nvPr>
        </p:nvPicPr>
        <p:blipFill rotWithShape="1">
          <a:blip r:embed="rId3">
            <a:alphaModFix/>
          </a:blip>
          <a:srcRect l="1" r="953" b="12045"/>
          <a:stretch/>
        </p:blipFill>
        <p:spPr>
          <a:xfrm>
            <a:off x="2101056" y="1174750"/>
            <a:ext cx="8490744" cy="4683125"/>
          </a:xfrm>
          <a:prstGeom prst="rect">
            <a:avLst/>
          </a:prstGeom>
          <a:noFill/>
          <a:ln>
            <a:noFill/>
          </a:ln>
        </p:spPr>
      </p:pic>
      <p:sp>
        <p:nvSpPr>
          <p:cNvPr id="173" name="Google Shape;173;p9"/>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174" name="Google Shape;174;p9"/>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175" name="Google Shape;175;p9"/>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0"/>
          <p:cNvSpPr txBox="1">
            <a:spLocks noGrp="1"/>
          </p:cNvSpPr>
          <p:nvPr>
            <p:ph type="body" idx="1"/>
          </p:nvPr>
        </p:nvSpPr>
        <p:spPr>
          <a:xfrm>
            <a:off x="954931" y="1069918"/>
            <a:ext cx="10533530" cy="4396604"/>
          </a:xfrm>
          <a:prstGeom prst="rect">
            <a:avLst/>
          </a:prstGeom>
          <a:noFill/>
          <a:ln>
            <a:noFill/>
          </a:ln>
        </p:spPr>
        <p:txBody>
          <a:bodyPr spcFirstLastPara="1" wrap="square" lIns="91425" tIns="45700" rIns="91425" bIns="45700" anchor="t" anchorCtr="0">
            <a:noAutofit/>
          </a:bodyPr>
          <a:lstStyle/>
          <a:p>
            <a:pPr marL="384048" lvl="0" indent="-384048" algn="just" rtl="0">
              <a:lnSpc>
                <a:spcPct val="120000"/>
              </a:lnSpc>
              <a:spcBef>
                <a:spcPts val="0"/>
              </a:spcBef>
              <a:spcAft>
                <a:spcPts val="0"/>
              </a:spcAft>
              <a:buClr>
                <a:schemeClr val="dk1"/>
              </a:buClr>
              <a:buSzPts val="2400"/>
              <a:buChar char="■"/>
            </a:pPr>
            <a:r>
              <a:rPr lang="en-US" sz="2400"/>
              <a:t>Hence, if B is the flux density in tesla and if l is the length in metres of each of the parallel sides A and B of the loop, </a:t>
            </a:r>
            <a:endParaRPr/>
          </a:p>
          <a:p>
            <a:pPr marL="0" lvl="0" indent="0" algn="just" rtl="0">
              <a:lnSpc>
                <a:spcPct val="120000"/>
              </a:lnSpc>
              <a:spcBef>
                <a:spcPts val="1200"/>
              </a:spcBef>
              <a:spcAft>
                <a:spcPts val="0"/>
              </a:spcAft>
              <a:buClr>
                <a:schemeClr val="dk1"/>
              </a:buClr>
              <a:buSzPts val="2400"/>
              <a:buNone/>
            </a:pPr>
            <a:r>
              <a:rPr lang="en-US" sz="2400"/>
              <a:t>      Then, e.m.f. generated in one side of loop is</a:t>
            </a:r>
            <a:endParaRPr/>
          </a:p>
          <a:p>
            <a:pPr marL="0" lvl="0" indent="0" algn="just" rtl="0">
              <a:lnSpc>
                <a:spcPct val="120000"/>
              </a:lnSpc>
              <a:spcBef>
                <a:spcPts val="1200"/>
              </a:spcBef>
              <a:spcAft>
                <a:spcPts val="0"/>
              </a:spcAft>
              <a:buClr>
                <a:schemeClr val="dk1"/>
              </a:buClr>
              <a:buSzPts val="2400"/>
              <a:buNone/>
            </a:pPr>
            <a:endParaRPr sz="2400"/>
          </a:p>
          <a:p>
            <a:pPr marL="0" lvl="0" indent="0" algn="just" rtl="0">
              <a:lnSpc>
                <a:spcPct val="120000"/>
              </a:lnSpc>
              <a:spcBef>
                <a:spcPts val="1200"/>
              </a:spcBef>
              <a:spcAft>
                <a:spcPts val="0"/>
              </a:spcAft>
              <a:buClr>
                <a:schemeClr val="dk1"/>
              </a:buClr>
              <a:buSzPts val="2400"/>
              <a:buNone/>
            </a:pPr>
            <a:endParaRPr sz="2400"/>
          </a:p>
          <a:p>
            <a:pPr marL="0" lvl="0" indent="0" algn="just" rtl="0">
              <a:lnSpc>
                <a:spcPct val="120000"/>
              </a:lnSpc>
              <a:spcBef>
                <a:spcPts val="1200"/>
              </a:spcBef>
              <a:spcAft>
                <a:spcPts val="0"/>
              </a:spcAft>
              <a:buClr>
                <a:schemeClr val="dk1"/>
              </a:buClr>
              <a:buSzPts val="2400"/>
              <a:buNone/>
            </a:pPr>
            <a:endParaRPr sz="2400"/>
          </a:p>
          <a:p>
            <a:pPr marL="0" lvl="0" indent="0" algn="just" rtl="0">
              <a:lnSpc>
                <a:spcPct val="120000"/>
              </a:lnSpc>
              <a:spcBef>
                <a:spcPts val="1200"/>
              </a:spcBef>
              <a:spcAft>
                <a:spcPts val="0"/>
              </a:spcAft>
              <a:buClr>
                <a:schemeClr val="dk1"/>
              </a:buClr>
              <a:buSzPts val="2400"/>
              <a:buNone/>
            </a:pPr>
            <a:endParaRPr sz="2400"/>
          </a:p>
          <a:p>
            <a:pPr marL="0" lvl="0" indent="0" algn="just" rtl="0">
              <a:lnSpc>
                <a:spcPct val="120000"/>
              </a:lnSpc>
              <a:spcBef>
                <a:spcPts val="1200"/>
              </a:spcBef>
              <a:spcAft>
                <a:spcPts val="0"/>
              </a:spcAft>
              <a:buClr>
                <a:schemeClr val="dk1"/>
              </a:buClr>
              <a:buSzPts val="2400"/>
              <a:buNone/>
            </a:pPr>
            <a:r>
              <a:rPr lang="en-US" sz="2400"/>
              <a:t>	i.e. the generated e.m.f. is proportional to </a:t>
            </a:r>
            <a:r>
              <a:rPr lang="en-US" sz="2400" i="1">
                <a:latin typeface="Cambria"/>
                <a:ea typeface="Cambria"/>
                <a:cs typeface="Cambria"/>
                <a:sym typeface="Cambria"/>
              </a:rPr>
              <a:t>sin θ</a:t>
            </a:r>
            <a:endParaRPr/>
          </a:p>
          <a:p>
            <a:pPr marL="0" lvl="0" indent="0" algn="just" rtl="0">
              <a:lnSpc>
                <a:spcPct val="120000"/>
              </a:lnSpc>
              <a:spcBef>
                <a:spcPts val="1200"/>
              </a:spcBef>
              <a:spcAft>
                <a:spcPts val="0"/>
              </a:spcAft>
              <a:buClr>
                <a:schemeClr val="dk1"/>
              </a:buClr>
              <a:buSzPts val="1800"/>
              <a:buNone/>
            </a:pPr>
            <a:r>
              <a:rPr lang="en-US" sz="1800" b="1"/>
              <a:t>𝐵 is the magnetic flux density,    𝑙 is the length of the conductor (side A),  𝑢 is the velocity of the conductor, sin⁡𝜃  accounts for the angle between the conductor and the magnetic field lines</a:t>
            </a:r>
            <a:endParaRPr/>
          </a:p>
          <a:p>
            <a:pPr marL="0" lvl="0" indent="0" algn="just" rtl="0">
              <a:lnSpc>
                <a:spcPct val="120000"/>
              </a:lnSpc>
              <a:spcBef>
                <a:spcPts val="1200"/>
              </a:spcBef>
              <a:spcAft>
                <a:spcPts val="0"/>
              </a:spcAft>
              <a:buClr>
                <a:schemeClr val="dk1"/>
              </a:buClr>
              <a:buSzPts val="2400"/>
              <a:buNone/>
            </a:pPr>
            <a:endParaRPr sz="2400"/>
          </a:p>
          <a:p>
            <a:pPr marL="0" lvl="0" indent="0" algn="just" rtl="0">
              <a:lnSpc>
                <a:spcPct val="120000"/>
              </a:lnSpc>
              <a:spcBef>
                <a:spcPts val="1200"/>
              </a:spcBef>
              <a:spcAft>
                <a:spcPts val="0"/>
              </a:spcAft>
              <a:buClr>
                <a:schemeClr val="dk1"/>
              </a:buClr>
              <a:buSzPts val="2400"/>
              <a:buNone/>
            </a:pPr>
            <a:endParaRPr sz="2400"/>
          </a:p>
          <a:p>
            <a:pPr marL="0" lvl="0" indent="0" algn="just" rtl="0">
              <a:lnSpc>
                <a:spcPct val="120000"/>
              </a:lnSpc>
              <a:spcBef>
                <a:spcPts val="1200"/>
              </a:spcBef>
              <a:spcAft>
                <a:spcPts val="0"/>
              </a:spcAft>
              <a:buClr>
                <a:schemeClr val="dk1"/>
              </a:buClr>
              <a:buSzPts val="2400"/>
              <a:buNone/>
            </a:pPr>
            <a:endParaRPr sz="2400"/>
          </a:p>
          <a:p>
            <a:pPr marL="0" lvl="0" indent="0" algn="just" rtl="0">
              <a:lnSpc>
                <a:spcPct val="120000"/>
              </a:lnSpc>
              <a:spcBef>
                <a:spcPts val="1200"/>
              </a:spcBef>
              <a:spcAft>
                <a:spcPts val="0"/>
              </a:spcAft>
              <a:buClr>
                <a:schemeClr val="dk1"/>
              </a:buClr>
              <a:buSzPts val="2400"/>
              <a:buNone/>
            </a:pPr>
            <a:endParaRPr sz="2400"/>
          </a:p>
          <a:p>
            <a:pPr marL="0" lvl="0" indent="0" algn="just" rtl="0">
              <a:lnSpc>
                <a:spcPct val="120000"/>
              </a:lnSpc>
              <a:spcBef>
                <a:spcPts val="1200"/>
              </a:spcBef>
              <a:spcAft>
                <a:spcPts val="0"/>
              </a:spcAft>
              <a:buClr>
                <a:schemeClr val="dk1"/>
              </a:buClr>
              <a:buSzPts val="2400"/>
              <a:buNone/>
            </a:pPr>
            <a:endParaRPr sz="2400"/>
          </a:p>
          <a:p>
            <a:pPr marL="0" lvl="0" indent="0" algn="just" rtl="0">
              <a:lnSpc>
                <a:spcPct val="120000"/>
              </a:lnSpc>
              <a:spcBef>
                <a:spcPts val="1200"/>
              </a:spcBef>
              <a:spcAft>
                <a:spcPts val="0"/>
              </a:spcAft>
              <a:buClr>
                <a:schemeClr val="dk1"/>
              </a:buClr>
              <a:buSzPts val="2400"/>
              <a:buNone/>
            </a:pPr>
            <a:endParaRPr sz="2400"/>
          </a:p>
          <a:p>
            <a:pPr marL="0" lvl="0" indent="0" algn="just" rtl="0">
              <a:lnSpc>
                <a:spcPct val="120000"/>
              </a:lnSpc>
              <a:spcBef>
                <a:spcPts val="1200"/>
              </a:spcBef>
              <a:spcAft>
                <a:spcPts val="0"/>
              </a:spcAft>
              <a:buClr>
                <a:schemeClr val="dk1"/>
              </a:buClr>
              <a:buSzPts val="2400"/>
              <a:buNone/>
            </a:pPr>
            <a:endParaRPr sz="2400"/>
          </a:p>
          <a:p>
            <a:pPr marL="0" lvl="0" indent="0" algn="just" rtl="0">
              <a:lnSpc>
                <a:spcPct val="120000"/>
              </a:lnSpc>
              <a:spcBef>
                <a:spcPts val="1200"/>
              </a:spcBef>
              <a:spcAft>
                <a:spcPts val="0"/>
              </a:spcAft>
              <a:buClr>
                <a:schemeClr val="dk1"/>
              </a:buClr>
              <a:buSzPts val="2400"/>
              <a:buNone/>
            </a:pPr>
            <a:r>
              <a:rPr lang="en-US" sz="2400"/>
              <a:t>Generated e.m.f. is proportional to sin θ. </a:t>
            </a:r>
            <a:endParaRPr sz="2400"/>
          </a:p>
          <a:p>
            <a:pPr marL="0" lvl="0" indent="0" algn="just" rtl="0">
              <a:lnSpc>
                <a:spcPct val="120000"/>
              </a:lnSpc>
              <a:spcBef>
                <a:spcPts val="1200"/>
              </a:spcBef>
              <a:spcAft>
                <a:spcPts val="0"/>
              </a:spcAft>
              <a:buClr>
                <a:schemeClr val="dk1"/>
              </a:buClr>
              <a:buSzPts val="2400"/>
              <a:buNone/>
            </a:pPr>
            <a:r>
              <a:rPr lang="en-US" sz="2400"/>
              <a:t>		</a:t>
            </a:r>
            <a:endParaRPr/>
          </a:p>
          <a:p>
            <a:pPr marL="0" lvl="0" indent="0" algn="just" rtl="0">
              <a:lnSpc>
                <a:spcPct val="120000"/>
              </a:lnSpc>
              <a:spcBef>
                <a:spcPts val="1200"/>
              </a:spcBef>
              <a:spcAft>
                <a:spcPts val="0"/>
              </a:spcAft>
              <a:buClr>
                <a:schemeClr val="dk1"/>
              </a:buClr>
              <a:buSzPts val="2400"/>
              <a:buNone/>
            </a:pPr>
            <a:endParaRPr sz="2400"/>
          </a:p>
          <a:p>
            <a:pPr marL="0" lvl="0" indent="0" algn="just" rtl="0">
              <a:lnSpc>
                <a:spcPct val="120000"/>
              </a:lnSpc>
              <a:spcBef>
                <a:spcPts val="1200"/>
              </a:spcBef>
              <a:spcAft>
                <a:spcPts val="0"/>
              </a:spcAft>
              <a:buClr>
                <a:schemeClr val="dk1"/>
              </a:buClr>
              <a:buSzPts val="2400"/>
              <a:buNone/>
            </a:pPr>
            <a:endParaRPr sz="2400"/>
          </a:p>
          <a:p>
            <a:pPr marL="0" lvl="0" indent="0" algn="just" rtl="0">
              <a:lnSpc>
                <a:spcPct val="120000"/>
              </a:lnSpc>
              <a:spcBef>
                <a:spcPts val="1200"/>
              </a:spcBef>
              <a:spcAft>
                <a:spcPts val="0"/>
              </a:spcAft>
              <a:buClr>
                <a:schemeClr val="dk1"/>
              </a:buClr>
              <a:buSzPts val="2400"/>
              <a:buNone/>
            </a:pPr>
            <a:endParaRPr sz="2400"/>
          </a:p>
          <a:p>
            <a:pPr marL="0" lvl="0" indent="0" algn="just" rtl="0">
              <a:lnSpc>
                <a:spcPct val="120000"/>
              </a:lnSpc>
              <a:spcBef>
                <a:spcPts val="1200"/>
              </a:spcBef>
              <a:spcAft>
                <a:spcPts val="0"/>
              </a:spcAft>
              <a:buClr>
                <a:schemeClr val="dk1"/>
              </a:buClr>
              <a:buSzPts val="2400"/>
              <a:buNone/>
            </a:pPr>
            <a:endParaRPr sz="2400"/>
          </a:p>
          <a:p>
            <a:pPr marL="384048" lvl="0" indent="-231648" algn="just" rtl="0">
              <a:lnSpc>
                <a:spcPct val="120000"/>
              </a:lnSpc>
              <a:spcBef>
                <a:spcPts val="1200"/>
              </a:spcBef>
              <a:spcAft>
                <a:spcPts val="0"/>
              </a:spcAft>
              <a:buClr>
                <a:schemeClr val="dk1"/>
              </a:buClr>
              <a:buSzPts val="2400"/>
              <a:buFont typeface="Libre Franklin"/>
              <a:buNone/>
            </a:pPr>
            <a:endParaRPr sz="2400"/>
          </a:p>
          <a:p>
            <a:pPr marL="0" lvl="0" indent="0" algn="just" rtl="0">
              <a:lnSpc>
                <a:spcPct val="120000"/>
              </a:lnSpc>
              <a:spcBef>
                <a:spcPts val="1200"/>
              </a:spcBef>
              <a:spcAft>
                <a:spcPts val="0"/>
              </a:spcAft>
              <a:buClr>
                <a:schemeClr val="dk1"/>
              </a:buClr>
              <a:buSzPts val="2400"/>
              <a:buNone/>
            </a:pPr>
            <a:endParaRPr sz="2400"/>
          </a:p>
        </p:txBody>
      </p:sp>
      <p:pic>
        <p:nvPicPr>
          <p:cNvPr id="181" name="Google Shape;181;p10"/>
          <p:cNvPicPr preferRelativeResize="0"/>
          <p:nvPr/>
        </p:nvPicPr>
        <p:blipFill rotWithShape="1">
          <a:blip r:embed="rId3">
            <a:alphaModFix/>
          </a:blip>
          <a:srcRect l="37575" t="28133" r="29350" b="44400"/>
          <a:stretch/>
        </p:blipFill>
        <p:spPr>
          <a:xfrm>
            <a:off x="1992936" y="2716095"/>
            <a:ext cx="5363622" cy="2505456"/>
          </a:xfrm>
          <a:prstGeom prst="rect">
            <a:avLst/>
          </a:prstGeom>
          <a:noFill/>
          <a:ln>
            <a:noFill/>
          </a:ln>
        </p:spPr>
      </p:pic>
      <p:sp>
        <p:nvSpPr>
          <p:cNvPr id="182" name="Google Shape;182;p10"/>
          <p:cNvSpPr txBox="1">
            <a:spLocks noGrp="1"/>
          </p:cNvSpPr>
          <p:nvPr>
            <p:ph type="title"/>
          </p:nvPr>
        </p:nvSpPr>
        <p:spPr>
          <a:xfrm>
            <a:off x="1120775" y="247650"/>
            <a:ext cx="10533063"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Generation of an alternating e.m.f.</a:t>
            </a:r>
            <a:endParaRPr/>
          </a:p>
        </p:txBody>
      </p:sp>
      <p:pic>
        <p:nvPicPr>
          <p:cNvPr id="183" name="Google Shape;183;p10"/>
          <p:cNvPicPr preferRelativeResize="0"/>
          <p:nvPr/>
        </p:nvPicPr>
        <p:blipFill rotWithShape="1">
          <a:blip r:embed="rId4">
            <a:alphaModFix/>
          </a:blip>
          <a:srcRect/>
          <a:stretch/>
        </p:blipFill>
        <p:spPr>
          <a:xfrm>
            <a:off x="8981485" y="1445901"/>
            <a:ext cx="2578794" cy="3966197"/>
          </a:xfrm>
          <a:prstGeom prst="rect">
            <a:avLst/>
          </a:prstGeom>
          <a:noFill/>
          <a:ln>
            <a:noFill/>
          </a:ln>
        </p:spPr>
      </p:pic>
      <p:sp>
        <p:nvSpPr>
          <p:cNvPr id="184" name="Google Shape;184;p10"/>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185" name="Google Shape;185;p10"/>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186" name="Google Shape;186;p10"/>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11"/>
          <p:cNvSpPr/>
          <p:nvPr/>
        </p:nvSpPr>
        <p:spPr>
          <a:xfrm>
            <a:off x="1120775" y="705977"/>
            <a:ext cx="10058400" cy="5247975"/>
          </a:xfrm>
          <a:prstGeom prst="rect">
            <a:avLst/>
          </a:prstGeom>
          <a:noFill/>
          <a:ln>
            <a:noFill/>
          </a:ln>
        </p:spPr>
        <p:txBody>
          <a:bodyPr spcFirstLastPara="1" wrap="square" lIns="91425" tIns="45700" rIns="91425" bIns="45700" anchor="t" anchorCtr="0">
            <a:normAutofit/>
          </a:bodyPr>
          <a:lstStyle/>
          <a:p>
            <a:pPr marL="384048" marR="0" lvl="0" indent="-384048" algn="just" rtl="0">
              <a:lnSpc>
                <a:spcPct val="94000"/>
              </a:lnSpc>
              <a:spcBef>
                <a:spcPts val="0"/>
              </a:spcBef>
              <a:spcAft>
                <a:spcPts val="0"/>
              </a:spcAft>
              <a:buClr>
                <a:schemeClr val="dk1"/>
              </a:buClr>
              <a:buSzPts val="2400"/>
              <a:buFont typeface="Libre Franklin"/>
              <a:buChar char="■"/>
            </a:pPr>
            <a:r>
              <a:rPr lang="en-US" sz="2400" b="0" i="0" u="none" strike="noStrike" cap="none">
                <a:solidFill>
                  <a:schemeClr val="dk1"/>
                </a:solidFill>
                <a:latin typeface="Calibri"/>
                <a:ea typeface="Calibri"/>
                <a:cs typeface="Calibri"/>
                <a:sym typeface="Calibri"/>
              </a:rPr>
              <a:t>When θ = 90°, the plane of the loop is vertical and both sides of the loop are cutting the magnetic flux at the maximum rate, so that the generated e.m.f. is then at its maximum value Em. </a:t>
            </a:r>
            <a:endParaRPr/>
          </a:p>
          <a:p>
            <a:pPr marL="457200" marR="0" lvl="1" indent="0" algn="just" rtl="0">
              <a:lnSpc>
                <a:spcPct val="94000"/>
              </a:lnSpc>
              <a:spcBef>
                <a:spcPts val="1200"/>
              </a:spcBef>
              <a:spcAft>
                <a:spcPts val="0"/>
              </a:spcAft>
              <a:buNone/>
            </a:pPr>
            <a:r>
              <a:rPr lang="en-US" sz="2400" b="0" i="0" u="none" strike="noStrike" cap="none">
                <a:solidFill>
                  <a:schemeClr val="dk1"/>
                </a:solidFill>
                <a:latin typeface="Calibri"/>
                <a:ea typeface="Calibri"/>
                <a:cs typeface="Calibri"/>
                <a:sym typeface="Calibri"/>
              </a:rPr>
              <a:t>when θ = 90°, </a:t>
            </a:r>
            <a:r>
              <a:rPr lang="en-US" sz="2400" b="0" i="1" u="none" strike="noStrike" cap="none">
                <a:solidFill>
                  <a:schemeClr val="dk1"/>
                </a:solidFill>
                <a:latin typeface="Calibri"/>
                <a:ea typeface="Calibri"/>
                <a:cs typeface="Calibri"/>
                <a:sym typeface="Calibri"/>
              </a:rPr>
              <a:t>Em = 2Blu </a:t>
            </a:r>
            <a:r>
              <a:rPr lang="en-US" sz="2400" b="0" i="0" u="none" strike="noStrike" cap="none">
                <a:solidFill>
                  <a:schemeClr val="dk1"/>
                </a:solidFill>
                <a:latin typeface="Calibri"/>
                <a:ea typeface="Calibri"/>
                <a:cs typeface="Calibri"/>
                <a:sym typeface="Calibri"/>
              </a:rPr>
              <a:t>volts.</a:t>
            </a:r>
            <a:endParaRPr/>
          </a:p>
          <a:p>
            <a:pPr marL="384048" marR="0" lvl="0" indent="-384048" algn="just" rtl="0">
              <a:lnSpc>
                <a:spcPct val="94000"/>
              </a:lnSpc>
              <a:spcBef>
                <a:spcPts val="1200"/>
              </a:spcBef>
              <a:spcAft>
                <a:spcPts val="0"/>
              </a:spcAft>
              <a:buClr>
                <a:schemeClr val="dk1"/>
              </a:buClr>
              <a:buSzPts val="2400"/>
              <a:buFont typeface="Libre Franklin"/>
              <a:buChar char="■"/>
            </a:pPr>
            <a:r>
              <a:rPr lang="en-US" sz="2400" b="0" i="0" u="none" strike="noStrike" cap="none">
                <a:solidFill>
                  <a:schemeClr val="dk1"/>
                </a:solidFill>
                <a:latin typeface="Calibri"/>
                <a:ea typeface="Calibri"/>
                <a:cs typeface="Calibri"/>
                <a:sym typeface="Calibri"/>
              </a:rPr>
              <a:t>If b is the breadth of the loop in metres, and n the speed of rotation in revolutions per second, then u is </a:t>
            </a:r>
            <a:r>
              <a:rPr lang="en-US" sz="2400" b="0" i="1" u="none" strike="noStrike" cap="none">
                <a:solidFill>
                  <a:schemeClr val="dk1"/>
                </a:solidFill>
                <a:latin typeface="Calibri"/>
                <a:ea typeface="Calibri"/>
                <a:cs typeface="Calibri"/>
                <a:sym typeface="Calibri"/>
              </a:rPr>
              <a:t>πbn </a:t>
            </a:r>
            <a:r>
              <a:rPr lang="en-US" sz="2400" b="0" i="0" u="none" strike="noStrike" cap="none">
                <a:solidFill>
                  <a:schemeClr val="dk1"/>
                </a:solidFill>
                <a:latin typeface="Calibri"/>
                <a:ea typeface="Calibri"/>
                <a:cs typeface="Calibri"/>
                <a:sym typeface="Calibri"/>
              </a:rPr>
              <a:t>metres per second and</a:t>
            </a:r>
            <a:endParaRPr sz="2400" b="0" i="0" u="none" strike="noStrike" cap="none">
              <a:solidFill>
                <a:schemeClr val="dk1"/>
              </a:solidFill>
              <a:latin typeface="Calibri"/>
              <a:ea typeface="Calibri"/>
              <a:cs typeface="Calibri"/>
              <a:sym typeface="Calibri"/>
            </a:endParaRPr>
          </a:p>
          <a:p>
            <a:pPr marL="384048" marR="0" lvl="0" indent="-231648" algn="just" rtl="0">
              <a:lnSpc>
                <a:spcPct val="94000"/>
              </a:lnSpc>
              <a:spcBef>
                <a:spcPts val="1200"/>
              </a:spcBef>
              <a:spcAft>
                <a:spcPts val="0"/>
              </a:spcAft>
              <a:buClr>
                <a:schemeClr val="dk1"/>
              </a:buClr>
              <a:buSzPts val="2400"/>
              <a:buFont typeface="Libre Franklin"/>
              <a:buNone/>
            </a:pPr>
            <a:endParaRPr sz="2400" b="0" i="0" u="none" strike="noStrike" cap="none">
              <a:solidFill>
                <a:schemeClr val="dk1"/>
              </a:solidFill>
              <a:latin typeface="Calibri"/>
              <a:ea typeface="Calibri"/>
              <a:cs typeface="Calibri"/>
              <a:sym typeface="Calibri"/>
            </a:endParaRPr>
          </a:p>
          <a:p>
            <a:pPr marL="384048" marR="0" lvl="0" indent="-231648" algn="just" rtl="0">
              <a:lnSpc>
                <a:spcPct val="94000"/>
              </a:lnSpc>
              <a:spcBef>
                <a:spcPts val="1200"/>
              </a:spcBef>
              <a:spcAft>
                <a:spcPts val="0"/>
              </a:spcAft>
              <a:buClr>
                <a:schemeClr val="dk1"/>
              </a:buClr>
              <a:buSzPts val="2400"/>
              <a:buFont typeface="Libre Franklin"/>
              <a:buNone/>
            </a:pPr>
            <a:endParaRPr sz="2400" b="0" i="0" u="none" strike="noStrike" cap="none">
              <a:solidFill>
                <a:schemeClr val="dk1"/>
              </a:solidFill>
              <a:latin typeface="Calibri"/>
              <a:ea typeface="Calibri"/>
              <a:cs typeface="Calibri"/>
              <a:sym typeface="Calibri"/>
            </a:endParaRPr>
          </a:p>
          <a:p>
            <a:pPr marL="384048" marR="0" lvl="0" indent="-231648" algn="just" rtl="0">
              <a:lnSpc>
                <a:spcPct val="94000"/>
              </a:lnSpc>
              <a:spcBef>
                <a:spcPts val="1200"/>
              </a:spcBef>
              <a:spcAft>
                <a:spcPts val="0"/>
              </a:spcAft>
              <a:buClr>
                <a:schemeClr val="dk1"/>
              </a:buClr>
              <a:buSzPts val="2400"/>
              <a:buFont typeface="Libre Franklin"/>
              <a:buNone/>
            </a:pPr>
            <a:endParaRPr sz="2400" b="0" i="0" u="none" strike="noStrike" cap="none">
              <a:solidFill>
                <a:schemeClr val="dk1"/>
              </a:solidFill>
              <a:latin typeface="Calibri"/>
              <a:ea typeface="Calibri"/>
              <a:cs typeface="Calibri"/>
              <a:sym typeface="Calibri"/>
            </a:endParaRPr>
          </a:p>
        </p:txBody>
      </p:sp>
      <p:pic>
        <p:nvPicPr>
          <p:cNvPr id="192" name="Google Shape;192;p11"/>
          <p:cNvPicPr preferRelativeResize="0"/>
          <p:nvPr/>
        </p:nvPicPr>
        <p:blipFill rotWithShape="1">
          <a:blip r:embed="rId3">
            <a:alphaModFix/>
          </a:blip>
          <a:srcRect l="35095" t="41333" r="8050" b="21467"/>
          <a:stretch/>
        </p:blipFill>
        <p:spPr>
          <a:xfrm>
            <a:off x="1867480" y="3314059"/>
            <a:ext cx="6072322" cy="2234835"/>
          </a:xfrm>
          <a:prstGeom prst="rect">
            <a:avLst/>
          </a:prstGeom>
          <a:noFill/>
          <a:ln>
            <a:noFill/>
          </a:ln>
        </p:spPr>
      </p:pic>
      <p:sp>
        <p:nvSpPr>
          <p:cNvPr id="193" name="Google Shape;193;p11"/>
          <p:cNvSpPr txBox="1">
            <a:spLocks noGrp="1"/>
          </p:cNvSpPr>
          <p:nvPr>
            <p:ph type="title"/>
          </p:nvPr>
        </p:nvSpPr>
        <p:spPr>
          <a:xfrm>
            <a:off x="1120775" y="247650"/>
            <a:ext cx="10533063"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Generation of an alternating e.m.f.</a:t>
            </a:r>
            <a:endParaRPr/>
          </a:p>
        </p:txBody>
      </p:sp>
      <p:pic>
        <p:nvPicPr>
          <p:cNvPr id="194" name="Google Shape;194;p11"/>
          <p:cNvPicPr preferRelativeResize="0"/>
          <p:nvPr/>
        </p:nvPicPr>
        <p:blipFill rotWithShape="1">
          <a:blip r:embed="rId4">
            <a:alphaModFix/>
          </a:blip>
          <a:srcRect/>
          <a:stretch/>
        </p:blipFill>
        <p:spPr>
          <a:xfrm>
            <a:off x="9488776" y="2933324"/>
            <a:ext cx="2126356" cy="3270345"/>
          </a:xfrm>
          <a:prstGeom prst="rect">
            <a:avLst/>
          </a:prstGeom>
          <a:noFill/>
          <a:ln>
            <a:noFill/>
          </a:ln>
        </p:spPr>
      </p:pic>
      <p:sp>
        <p:nvSpPr>
          <p:cNvPr id="195" name="Google Shape;195;p11"/>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196" name="Google Shape;196;p11"/>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197" name="Google Shape;197;p11"/>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
        <p:nvSpPr>
          <p:cNvPr id="198" name="Google Shape;198;p11"/>
          <p:cNvSpPr txBox="1"/>
          <p:nvPr/>
        </p:nvSpPr>
        <p:spPr>
          <a:xfrm>
            <a:off x="895799" y="5530056"/>
            <a:ext cx="8250055"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chemeClr val="dk1"/>
                </a:solidFill>
                <a:latin typeface="Calibri"/>
                <a:ea typeface="Calibri"/>
                <a:cs typeface="Calibri"/>
                <a:sym typeface="Calibri"/>
              </a:rPr>
              <a:t>u</a:t>
            </a:r>
            <a:r>
              <a:rPr lang="en-US" sz="1800" b="0" i="0" u="none" strike="noStrike" cap="none">
                <a:solidFill>
                  <a:schemeClr val="dk1"/>
                </a:solidFill>
                <a:latin typeface="Calibri"/>
                <a:ea typeface="Calibri"/>
                <a:cs typeface="Calibri"/>
                <a:sym typeface="Calibri"/>
              </a:rPr>
              <a:t>: Linear velocity of the loop’s side, equal to </a:t>
            </a:r>
            <a:r>
              <a:rPr lang="en-US" sz="1800" b="1" i="0" u="none" strike="noStrike" cap="none">
                <a:solidFill>
                  <a:schemeClr val="dk1"/>
                </a:solidFill>
                <a:latin typeface="Calibri"/>
                <a:ea typeface="Calibri"/>
                <a:cs typeface="Calibri"/>
                <a:sym typeface="Calibri"/>
              </a:rPr>
              <a:t>πbn </a:t>
            </a:r>
            <a:r>
              <a:rPr lang="en-US" sz="1800" b="0" i="0" u="none" strike="noStrike" cap="none">
                <a:solidFill>
                  <a:schemeClr val="dk1"/>
                </a:solidFill>
                <a:latin typeface="Calibri"/>
                <a:ea typeface="Calibri"/>
                <a:cs typeface="Calibri"/>
                <a:sym typeface="Calibri"/>
              </a:rPr>
              <a:t>meters per second. This is because the loop is rotating in a circular path, and πb is the circumference that a point on the side of the loop travels in one revolution.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2"/>
          <p:cNvSpPr txBox="1">
            <a:spLocks noGrp="1"/>
          </p:cNvSpPr>
          <p:nvPr>
            <p:ph type="body" idx="1"/>
          </p:nvPr>
        </p:nvSpPr>
        <p:spPr>
          <a:xfrm>
            <a:off x="1120588" y="1129553"/>
            <a:ext cx="10533530" cy="5414682"/>
          </a:xfrm>
          <a:prstGeom prst="rect">
            <a:avLst/>
          </a:prstGeom>
          <a:noFill/>
          <a:ln>
            <a:noFill/>
          </a:ln>
        </p:spPr>
        <p:txBody>
          <a:bodyPr spcFirstLastPara="1" wrap="square" lIns="91425" tIns="45700" rIns="91425" bIns="45700" anchor="t" anchorCtr="0">
            <a:normAutofit/>
          </a:bodyPr>
          <a:lstStyle/>
          <a:p>
            <a:pPr marL="384048" lvl="0" indent="-384048" algn="just" rtl="0">
              <a:lnSpc>
                <a:spcPct val="94000"/>
              </a:lnSpc>
              <a:spcBef>
                <a:spcPts val="0"/>
              </a:spcBef>
              <a:spcAft>
                <a:spcPts val="0"/>
              </a:spcAft>
              <a:buClr>
                <a:schemeClr val="dk1"/>
              </a:buClr>
              <a:buSzPts val="2400"/>
              <a:buChar char="■"/>
            </a:pPr>
            <a:r>
              <a:rPr lang="en-US" sz="2400"/>
              <a:t>If the loop is replaced by a coil of N turns in series, each turn having an area of A square metres, maximum value of e.m.f. generated in coil is</a:t>
            </a:r>
            <a:endParaRPr sz="2400"/>
          </a:p>
        </p:txBody>
      </p:sp>
      <p:pic>
        <p:nvPicPr>
          <p:cNvPr id="204" name="Google Shape;204;p12"/>
          <p:cNvPicPr preferRelativeResize="0"/>
          <p:nvPr/>
        </p:nvPicPr>
        <p:blipFill rotWithShape="1">
          <a:blip r:embed="rId3">
            <a:alphaModFix/>
          </a:blip>
          <a:srcRect l="17625" t="24400" r="18925" b="28800"/>
          <a:stretch/>
        </p:blipFill>
        <p:spPr>
          <a:xfrm>
            <a:off x="2084832" y="2526140"/>
            <a:ext cx="6318504" cy="2621507"/>
          </a:xfrm>
          <a:prstGeom prst="rect">
            <a:avLst/>
          </a:prstGeom>
          <a:noFill/>
          <a:ln>
            <a:noFill/>
          </a:ln>
        </p:spPr>
      </p:pic>
      <p:sp>
        <p:nvSpPr>
          <p:cNvPr id="205" name="Google Shape;205;p12"/>
          <p:cNvSpPr txBox="1">
            <a:spLocks noGrp="1"/>
          </p:cNvSpPr>
          <p:nvPr>
            <p:ph type="title"/>
          </p:nvPr>
        </p:nvSpPr>
        <p:spPr>
          <a:xfrm>
            <a:off x="1120775" y="247650"/>
            <a:ext cx="10533063"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Generation of an alternating e.m.f.</a:t>
            </a:r>
            <a:endParaRPr/>
          </a:p>
        </p:txBody>
      </p:sp>
      <p:sp>
        <p:nvSpPr>
          <p:cNvPr id="206" name="Google Shape;206;p12"/>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207" name="Google Shape;207;p12"/>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208" name="Google Shape;208;p12"/>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3"/>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Instantaneous value of generated e.m.f.</a:t>
            </a:r>
            <a:endParaRPr/>
          </a:p>
        </p:txBody>
      </p:sp>
      <p:pic>
        <p:nvPicPr>
          <p:cNvPr id="214" name="Google Shape;214;p13"/>
          <p:cNvPicPr preferRelativeResize="0"/>
          <p:nvPr/>
        </p:nvPicPr>
        <p:blipFill rotWithShape="1">
          <a:blip r:embed="rId3">
            <a:alphaModFix/>
          </a:blip>
          <a:srcRect l="33451" t="21066" r="28900" b="38354"/>
          <a:stretch/>
        </p:blipFill>
        <p:spPr>
          <a:xfrm>
            <a:off x="2950666" y="3073077"/>
            <a:ext cx="5219034" cy="3164230"/>
          </a:xfrm>
          <a:prstGeom prst="rect">
            <a:avLst/>
          </a:prstGeom>
          <a:noFill/>
          <a:ln>
            <a:noFill/>
          </a:ln>
        </p:spPr>
      </p:pic>
      <p:sp>
        <p:nvSpPr>
          <p:cNvPr id="215" name="Google Shape;215;p13"/>
          <p:cNvSpPr txBox="1"/>
          <p:nvPr/>
        </p:nvSpPr>
        <p:spPr>
          <a:xfrm>
            <a:off x="5793091" y="5786739"/>
            <a:ext cx="538667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a:solidFill>
                  <a:schemeClr val="dk1"/>
                </a:solidFill>
                <a:latin typeface="Arial"/>
                <a:ea typeface="Arial"/>
                <a:cs typeface="Arial"/>
                <a:sym typeface="Arial"/>
              </a:rPr>
              <a:t>	</a:t>
            </a:r>
            <a:r>
              <a:rPr lang="en-US" sz="1800" b="1" i="0" u="none" strike="noStrike">
                <a:solidFill>
                  <a:schemeClr val="dk1"/>
                </a:solidFill>
                <a:latin typeface="Franklin Gothic"/>
                <a:ea typeface="Franklin Gothic"/>
                <a:cs typeface="Franklin Gothic"/>
                <a:sym typeface="Franklin Gothic"/>
              </a:rPr>
              <a:t>Fig. </a:t>
            </a:r>
            <a:r>
              <a:rPr lang="en-US" sz="1800" b="1" i="0" u="none" strike="noStrike">
                <a:solidFill>
                  <a:schemeClr val="dk1"/>
                </a:solidFill>
                <a:latin typeface="Arial"/>
                <a:ea typeface="Arial"/>
                <a:cs typeface="Arial"/>
                <a:sym typeface="Arial"/>
              </a:rPr>
              <a:t>Sine wave of e.m.f.</a:t>
            </a:r>
            <a:endParaRPr sz="1800" b="1">
              <a:solidFill>
                <a:schemeClr val="dk1"/>
              </a:solidFill>
              <a:latin typeface="Calibri"/>
              <a:ea typeface="Calibri"/>
              <a:cs typeface="Calibri"/>
              <a:sym typeface="Calibri"/>
            </a:endParaRPr>
          </a:p>
        </p:txBody>
      </p:sp>
      <p:sp>
        <p:nvSpPr>
          <p:cNvPr id="216" name="Google Shape;216;p13"/>
          <p:cNvSpPr/>
          <p:nvPr/>
        </p:nvSpPr>
        <p:spPr>
          <a:xfrm>
            <a:off x="1307592" y="1018564"/>
            <a:ext cx="10222992" cy="3678315"/>
          </a:xfrm>
          <a:prstGeom prst="rect">
            <a:avLst/>
          </a:prstGeom>
          <a:noFill/>
          <a:ln>
            <a:noFill/>
          </a:ln>
        </p:spPr>
        <p:txBody>
          <a:bodyPr spcFirstLastPara="1" wrap="square" lIns="91425" tIns="45700" rIns="91425" bIns="45700" anchor="t" anchorCtr="0">
            <a:normAutofit/>
          </a:bodyPr>
          <a:lstStyle/>
          <a:p>
            <a:pPr marL="384048" marR="0" lvl="0" indent="-384048" algn="just" rtl="0">
              <a:lnSpc>
                <a:spcPct val="94000"/>
              </a:lnSpc>
              <a:spcBef>
                <a:spcPts val="0"/>
              </a:spcBef>
              <a:spcAft>
                <a:spcPts val="0"/>
              </a:spcAft>
              <a:buClr>
                <a:schemeClr val="dk1"/>
              </a:buClr>
              <a:buSzPts val="2400"/>
              <a:buFont typeface="Libre Franklin"/>
              <a:buChar char="■"/>
            </a:pPr>
            <a:r>
              <a:rPr lang="en-US" sz="2400">
                <a:solidFill>
                  <a:schemeClr val="dk1"/>
                </a:solidFill>
                <a:latin typeface="Calibri"/>
                <a:ea typeface="Calibri"/>
                <a:cs typeface="Calibri"/>
                <a:sym typeface="Calibri"/>
              </a:rPr>
              <a:t> Em - maximum value of the e.m.f. </a:t>
            </a:r>
            <a:endParaRPr/>
          </a:p>
          <a:p>
            <a:pPr marL="384048" marR="0" lvl="0" indent="-384048" algn="just" rtl="0">
              <a:lnSpc>
                <a:spcPct val="94000"/>
              </a:lnSpc>
              <a:spcBef>
                <a:spcPts val="1200"/>
              </a:spcBef>
              <a:spcAft>
                <a:spcPts val="0"/>
              </a:spcAft>
              <a:buClr>
                <a:schemeClr val="dk1"/>
              </a:buClr>
              <a:buSzPts val="2400"/>
              <a:buFont typeface="Libre Franklin"/>
              <a:buChar char="■"/>
            </a:pPr>
            <a:r>
              <a:rPr lang="en-US" sz="2400">
                <a:solidFill>
                  <a:schemeClr val="dk1"/>
                </a:solidFill>
                <a:latin typeface="Calibri"/>
                <a:ea typeface="Calibri"/>
                <a:cs typeface="Calibri"/>
                <a:sym typeface="Calibri"/>
              </a:rPr>
              <a:t> e - value after the loop has rotated through an angle θ from the position of zero e.m.f.</a:t>
            </a:r>
            <a:endParaRPr/>
          </a:p>
          <a:p>
            <a:pPr marL="384048" marR="0" lvl="0" indent="-384048" algn="just" rtl="0">
              <a:lnSpc>
                <a:spcPct val="94000"/>
              </a:lnSpc>
              <a:spcBef>
                <a:spcPts val="1200"/>
              </a:spcBef>
              <a:spcAft>
                <a:spcPts val="0"/>
              </a:spcAft>
              <a:buClr>
                <a:schemeClr val="dk1"/>
              </a:buClr>
              <a:buSzPts val="2400"/>
              <a:buFont typeface="Libre Franklin"/>
              <a:buChar char="■"/>
            </a:pPr>
            <a:r>
              <a:rPr lang="en-US" sz="2400">
                <a:solidFill>
                  <a:schemeClr val="dk1"/>
                </a:solidFill>
                <a:latin typeface="Calibri"/>
                <a:ea typeface="Calibri"/>
                <a:cs typeface="Calibri"/>
                <a:sym typeface="Calibri"/>
              </a:rPr>
              <a:t>e.m.f. is positive while θ is varying between 0 and 180°.</a:t>
            </a:r>
            <a:endParaRPr/>
          </a:p>
          <a:p>
            <a:pPr marL="384048" marR="0" lvl="0" indent="-384048" algn="just" rtl="0">
              <a:lnSpc>
                <a:spcPct val="94000"/>
              </a:lnSpc>
              <a:spcBef>
                <a:spcPts val="1200"/>
              </a:spcBef>
              <a:spcAft>
                <a:spcPts val="0"/>
              </a:spcAft>
              <a:buClr>
                <a:schemeClr val="dk1"/>
              </a:buClr>
              <a:buSzPts val="2400"/>
              <a:buFont typeface="Libre Franklin"/>
              <a:buChar char="■"/>
            </a:pPr>
            <a:r>
              <a:rPr lang="en-US" sz="2400">
                <a:solidFill>
                  <a:schemeClr val="dk1"/>
                </a:solidFill>
                <a:latin typeface="Calibri"/>
                <a:ea typeface="Calibri"/>
                <a:cs typeface="Calibri"/>
                <a:sym typeface="Calibri"/>
              </a:rPr>
              <a:t>It is negative while θ is varying between 180° and 360°.</a:t>
            </a:r>
            <a:endParaRPr/>
          </a:p>
        </p:txBody>
      </p:sp>
      <p:sp>
        <p:nvSpPr>
          <p:cNvPr id="217" name="Google Shape;217;p13"/>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218" name="Google Shape;218;p13"/>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219" name="Google Shape;219;p13"/>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4"/>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Waveform terms and definitions</a:t>
            </a:r>
            <a:endParaRPr/>
          </a:p>
        </p:txBody>
      </p:sp>
      <p:sp>
        <p:nvSpPr>
          <p:cNvPr id="225" name="Google Shape;225;p14"/>
          <p:cNvSpPr txBox="1">
            <a:spLocks noGrp="1"/>
          </p:cNvSpPr>
          <p:nvPr>
            <p:ph type="body" idx="1"/>
          </p:nvPr>
        </p:nvSpPr>
        <p:spPr>
          <a:xfrm>
            <a:off x="1120588" y="1129553"/>
            <a:ext cx="10533530" cy="5414682"/>
          </a:xfrm>
          <a:prstGeom prst="rect">
            <a:avLst/>
          </a:prstGeom>
          <a:noFill/>
          <a:ln>
            <a:noFill/>
          </a:ln>
        </p:spPr>
        <p:txBody>
          <a:bodyPr spcFirstLastPara="1" wrap="square" lIns="91425" tIns="45700" rIns="91425" bIns="45700" anchor="t" anchorCtr="0">
            <a:normAutofit/>
          </a:bodyPr>
          <a:lstStyle/>
          <a:p>
            <a:pPr marL="384048" lvl="0" indent="-384048" algn="just" rtl="0">
              <a:lnSpc>
                <a:spcPct val="94000"/>
              </a:lnSpc>
              <a:spcBef>
                <a:spcPts val="0"/>
              </a:spcBef>
              <a:spcAft>
                <a:spcPts val="0"/>
              </a:spcAft>
              <a:buClr>
                <a:schemeClr val="dk1"/>
              </a:buClr>
              <a:buSzPts val="2000"/>
              <a:buChar char="■"/>
            </a:pPr>
            <a:r>
              <a:rPr lang="en-US" b="1"/>
              <a:t>Waveform:</a:t>
            </a:r>
            <a:r>
              <a:rPr lang="en-US"/>
              <a:t> The variation of a quantity such as voltage or current shown on a graph to a base of time or rotation is a waveform. </a:t>
            </a:r>
            <a:endParaRPr/>
          </a:p>
          <a:p>
            <a:pPr marL="384048" lvl="0" indent="-384048" algn="just" rtl="0">
              <a:lnSpc>
                <a:spcPct val="94000"/>
              </a:lnSpc>
              <a:spcBef>
                <a:spcPts val="1200"/>
              </a:spcBef>
              <a:spcAft>
                <a:spcPts val="0"/>
              </a:spcAft>
              <a:buClr>
                <a:schemeClr val="dk1"/>
              </a:buClr>
              <a:buSzPts val="2000"/>
              <a:buChar char="■"/>
            </a:pPr>
            <a:r>
              <a:rPr lang="en-US" b="1"/>
              <a:t>Cycle:</a:t>
            </a:r>
            <a:r>
              <a:rPr lang="en-US"/>
              <a:t> Each repetition of a variable quantity, recurring at equal intervals, is termed a cycle.</a:t>
            </a:r>
            <a:endParaRPr/>
          </a:p>
          <a:p>
            <a:pPr marL="384048" lvl="0" indent="-384048" algn="just" rtl="0">
              <a:lnSpc>
                <a:spcPct val="94000"/>
              </a:lnSpc>
              <a:spcBef>
                <a:spcPts val="1200"/>
              </a:spcBef>
              <a:spcAft>
                <a:spcPts val="0"/>
              </a:spcAft>
              <a:buClr>
                <a:schemeClr val="dk1"/>
              </a:buClr>
              <a:buSzPts val="2000"/>
              <a:buChar char="■"/>
            </a:pPr>
            <a:r>
              <a:rPr lang="en-US" b="1"/>
              <a:t>Period:</a:t>
            </a:r>
            <a:r>
              <a:rPr lang="en-US"/>
              <a:t> The duration of one cycle is termed its period. (Cycles and periods need not commence when a waveform is zero. Figure illustrates a variety of situations in which the cycle and period have identical values.) </a:t>
            </a:r>
            <a:endParaRPr/>
          </a:p>
          <a:p>
            <a:pPr marL="384048" lvl="0" indent="-384048" algn="just" rtl="0">
              <a:lnSpc>
                <a:spcPct val="94000"/>
              </a:lnSpc>
              <a:spcBef>
                <a:spcPts val="1200"/>
              </a:spcBef>
              <a:spcAft>
                <a:spcPts val="0"/>
              </a:spcAft>
              <a:buClr>
                <a:schemeClr val="dk1"/>
              </a:buClr>
              <a:buSzPts val="2000"/>
              <a:buChar char="■"/>
            </a:pPr>
            <a:r>
              <a:rPr lang="en-US" b="1"/>
              <a:t>Instantaneous value:</a:t>
            </a:r>
            <a:r>
              <a:rPr lang="en-US"/>
              <a:t> The magnitude of a waveform at any instant in time (or position of rotation). Instantaneous values are denoted by lower-case symbols such as e, v and i.</a:t>
            </a:r>
            <a:endParaRPr/>
          </a:p>
          <a:p>
            <a:pPr marL="384048" lvl="0" indent="-384048" algn="just" rtl="0">
              <a:lnSpc>
                <a:spcPct val="94000"/>
              </a:lnSpc>
              <a:spcBef>
                <a:spcPts val="1200"/>
              </a:spcBef>
              <a:spcAft>
                <a:spcPts val="0"/>
              </a:spcAft>
              <a:buClr>
                <a:schemeClr val="dk1"/>
              </a:buClr>
              <a:buSzPts val="2000"/>
              <a:buChar char="■"/>
            </a:pPr>
            <a:r>
              <a:rPr lang="en-US" b="1"/>
              <a:t>Peak value:</a:t>
            </a:r>
            <a:r>
              <a:rPr lang="en-US"/>
              <a:t> The maximum instantaneous value measured from its zero value is known as its peak value.</a:t>
            </a:r>
            <a:endParaRPr/>
          </a:p>
          <a:p>
            <a:pPr marL="384048" lvl="0" indent="-384048" algn="just" rtl="0">
              <a:lnSpc>
                <a:spcPct val="94000"/>
              </a:lnSpc>
              <a:spcBef>
                <a:spcPts val="1200"/>
              </a:spcBef>
              <a:spcAft>
                <a:spcPts val="0"/>
              </a:spcAft>
              <a:buClr>
                <a:schemeClr val="dk1"/>
              </a:buClr>
              <a:buSzPts val="2000"/>
              <a:buChar char="■"/>
            </a:pPr>
            <a:r>
              <a:rPr lang="en-US" b="1"/>
              <a:t>Peak-to-peak value:</a:t>
            </a:r>
            <a:r>
              <a:rPr lang="en-US"/>
              <a:t> The maximum variation between the maximum positive instantaneous value and the maximum negative instantaneous value is the</a:t>
            </a:r>
            <a:endParaRPr/>
          </a:p>
          <a:p>
            <a:pPr marL="355600" lvl="0" indent="0" algn="just" rtl="0">
              <a:lnSpc>
                <a:spcPct val="94000"/>
              </a:lnSpc>
              <a:spcBef>
                <a:spcPts val="1200"/>
              </a:spcBef>
              <a:spcAft>
                <a:spcPts val="0"/>
              </a:spcAft>
              <a:buClr>
                <a:schemeClr val="dk1"/>
              </a:buClr>
              <a:buSzPts val="2000"/>
              <a:buNone/>
            </a:pPr>
            <a:r>
              <a:rPr lang="en-US"/>
              <a:t>peak-to-peak value. For a sinusoidal waveform, this is twice the peak value. The peak-to-peak value is Epp or Vpp or Ipp.</a:t>
            </a:r>
            <a:endParaRPr/>
          </a:p>
        </p:txBody>
      </p:sp>
      <p:sp>
        <p:nvSpPr>
          <p:cNvPr id="226" name="Google Shape;226;p14"/>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227" name="Google Shape;227;p14"/>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228" name="Google Shape;228;p14"/>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5"/>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Definitions</a:t>
            </a:r>
            <a:endParaRPr/>
          </a:p>
        </p:txBody>
      </p:sp>
      <p:sp>
        <p:nvSpPr>
          <p:cNvPr id="234" name="Google Shape;234;p15"/>
          <p:cNvSpPr txBox="1">
            <a:spLocks noGrp="1"/>
          </p:cNvSpPr>
          <p:nvPr>
            <p:ph type="body" idx="1"/>
          </p:nvPr>
        </p:nvSpPr>
        <p:spPr>
          <a:xfrm>
            <a:off x="1120588" y="1129553"/>
            <a:ext cx="10533530" cy="5414682"/>
          </a:xfrm>
          <a:prstGeom prst="rect">
            <a:avLst/>
          </a:prstGeom>
          <a:noFill/>
          <a:ln>
            <a:noFill/>
          </a:ln>
        </p:spPr>
        <p:txBody>
          <a:bodyPr spcFirstLastPara="1" wrap="square" lIns="91425" tIns="45700" rIns="91425" bIns="45700" anchor="t" anchorCtr="0">
            <a:normAutofit/>
          </a:bodyPr>
          <a:lstStyle/>
          <a:p>
            <a:pPr marL="384048" lvl="0" indent="-384048" algn="just" rtl="0">
              <a:lnSpc>
                <a:spcPct val="94000"/>
              </a:lnSpc>
              <a:spcBef>
                <a:spcPts val="0"/>
              </a:spcBef>
              <a:spcAft>
                <a:spcPts val="0"/>
              </a:spcAft>
              <a:buClr>
                <a:schemeClr val="dk1"/>
              </a:buClr>
              <a:buSzPts val="2000"/>
              <a:buChar char="■"/>
            </a:pPr>
            <a:r>
              <a:rPr lang="en-US" b="1"/>
              <a:t>Peak amplitude:</a:t>
            </a:r>
            <a:r>
              <a:rPr lang="en-US"/>
              <a:t> The maximum instantaneous value measured from the mean value of a waveform is the peak amplitude.  For most sinusoidal alternating voltages and currents the mean value is zero. </a:t>
            </a:r>
            <a:endParaRPr/>
          </a:p>
          <a:p>
            <a:pPr marL="355600" lvl="0" indent="0" algn="just" rtl="0">
              <a:lnSpc>
                <a:spcPct val="94000"/>
              </a:lnSpc>
              <a:spcBef>
                <a:spcPts val="1200"/>
              </a:spcBef>
              <a:spcAft>
                <a:spcPts val="0"/>
              </a:spcAft>
              <a:buClr>
                <a:schemeClr val="dk1"/>
              </a:buClr>
              <a:buSzPts val="2000"/>
              <a:buNone/>
            </a:pPr>
            <a:r>
              <a:rPr lang="en-US"/>
              <a:t>The peak amplitude is Em or Vm or Im. The peak amplitude is generally described as the maximum value, hence the maximum voltage has the symbol Vm.</a:t>
            </a:r>
            <a:endParaRPr/>
          </a:p>
          <a:p>
            <a:pPr marL="384048" lvl="0" indent="-384048" algn="just" rtl="0">
              <a:lnSpc>
                <a:spcPct val="110000"/>
              </a:lnSpc>
              <a:spcBef>
                <a:spcPts val="1200"/>
              </a:spcBef>
              <a:spcAft>
                <a:spcPts val="0"/>
              </a:spcAft>
              <a:buClr>
                <a:schemeClr val="dk1"/>
              </a:buClr>
              <a:buSzPts val="2000"/>
              <a:buChar char="■"/>
            </a:pPr>
            <a:r>
              <a:rPr lang="en-US" b="1"/>
              <a:t>Frequency</a:t>
            </a:r>
            <a:r>
              <a:rPr lang="en-US"/>
              <a:t>: The number of cycles that occur in 1 second is termed the frequency of that quantity. Frequency is measured in hertz (Hz) </a:t>
            </a:r>
            <a:endParaRPr/>
          </a:p>
          <a:p>
            <a:pPr marL="357188" lvl="0" indent="0" algn="just" rtl="0">
              <a:lnSpc>
                <a:spcPct val="110000"/>
              </a:lnSpc>
              <a:spcBef>
                <a:spcPts val="1200"/>
              </a:spcBef>
              <a:spcAft>
                <a:spcPts val="0"/>
              </a:spcAft>
              <a:buClr>
                <a:schemeClr val="dk1"/>
              </a:buClr>
              <a:buSzPts val="2000"/>
              <a:buNone/>
            </a:pPr>
            <a:r>
              <a:rPr lang="en-US"/>
              <a:t>Frequency f is related to the period T by the relation</a:t>
            </a:r>
            <a:endParaRPr/>
          </a:p>
          <a:p>
            <a:pPr marL="357188" lvl="0" indent="0" algn="just" rtl="0">
              <a:lnSpc>
                <a:spcPct val="110000"/>
              </a:lnSpc>
              <a:spcBef>
                <a:spcPts val="1200"/>
              </a:spcBef>
              <a:spcAft>
                <a:spcPts val="0"/>
              </a:spcAft>
              <a:buClr>
                <a:schemeClr val="dk1"/>
              </a:buClr>
              <a:buSzPts val="2000"/>
              <a:buNone/>
            </a:pPr>
            <a:r>
              <a:rPr lang="en-US"/>
              <a:t>		f = 1/ T</a:t>
            </a:r>
            <a:endParaRPr/>
          </a:p>
          <a:p>
            <a:pPr marL="357188" lvl="0" indent="0" algn="just" rtl="0">
              <a:lnSpc>
                <a:spcPct val="110000"/>
              </a:lnSpc>
              <a:spcBef>
                <a:spcPts val="1200"/>
              </a:spcBef>
              <a:spcAft>
                <a:spcPts val="0"/>
              </a:spcAft>
              <a:buClr>
                <a:schemeClr val="dk1"/>
              </a:buClr>
              <a:buSzPts val="2000"/>
              <a:buNone/>
            </a:pPr>
            <a:r>
              <a:rPr lang="en-US"/>
              <a:t>where f is the frequency in hertz(Hz) and T is the period in seconds. </a:t>
            </a:r>
            <a:endParaRPr/>
          </a:p>
        </p:txBody>
      </p:sp>
      <p:sp>
        <p:nvSpPr>
          <p:cNvPr id="235" name="Google Shape;235;p15"/>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236" name="Google Shape;236;p15"/>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237" name="Google Shape;237;p15"/>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6"/>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endParaRPr/>
          </a:p>
        </p:txBody>
      </p:sp>
      <p:pic>
        <p:nvPicPr>
          <p:cNvPr id="243" name="Google Shape;243;p16"/>
          <p:cNvPicPr preferRelativeResize="0">
            <a:picLocks noGrp="1"/>
          </p:cNvPicPr>
          <p:nvPr>
            <p:ph type="body" idx="1"/>
          </p:nvPr>
        </p:nvPicPr>
        <p:blipFill rotWithShape="1">
          <a:blip r:embed="rId3">
            <a:alphaModFix/>
          </a:blip>
          <a:srcRect l="32087" t="55508" r="14282" b="14088"/>
          <a:stretch/>
        </p:blipFill>
        <p:spPr>
          <a:xfrm>
            <a:off x="3228848" y="4111903"/>
            <a:ext cx="8659879" cy="2761615"/>
          </a:xfrm>
          <a:prstGeom prst="rect">
            <a:avLst/>
          </a:prstGeom>
          <a:noFill/>
          <a:ln>
            <a:noFill/>
          </a:ln>
        </p:spPr>
      </p:pic>
      <p:pic>
        <p:nvPicPr>
          <p:cNvPr id="244" name="Google Shape;244;p16"/>
          <p:cNvPicPr preferRelativeResize="0"/>
          <p:nvPr/>
        </p:nvPicPr>
        <p:blipFill rotWithShape="1">
          <a:blip r:embed="rId4">
            <a:alphaModFix/>
          </a:blip>
          <a:srcRect l="32666" t="21065" r="15584" b="38667"/>
          <a:stretch/>
        </p:blipFill>
        <p:spPr>
          <a:xfrm>
            <a:off x="3454399" y="782626"/>
            <a:ext cx="7860853" cy="2761616"/>
          </a:xfrm>
          <a:prstGeom prst="rect">
            <a:avLst/>
          </a:prstGeom>
          <a:noFill/>
          <a:ln>
            <a:noFill/>
          </a:ln>
        </p:spPr>
      </p:pic>
      <p:sp>
        <p:nvSpPr>
          <p:cNvPr id="245" name="Google Shape;245;p16"/>
          <p:cNvSpPr txBox="1"/>
          <p:nvPr/>
        </p:nvSpPr>
        <p:spPr>
          <a:xfrm>
            <a:off x="876748" y="1539412"/>
            <a:ext cx="6096000"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Fig. Cycles and periods, </a:t>
            </a:r>
            <a:endParaRPr/>
          </a:p>
          <a:p>
            <a:pPr marL="0" marR="0" lvl="0" indent="0" algn="l" rtl="0">
              <a:spcBef>
                <a:spcPts val="0"/>
              </a:spcBef>
              <a:spcAft>
                <a:spcPts val="0"/>
              </a:spcAft>
              <a:buNone/>
            </a:pPr>
            <a:r>
              <a:rPr lang="en-US" sz="1800" b="1" i="0" u="none" strike="noStrike">
                <a:solidFill>
                  <a:schemeClr val="dk1"/>
                </a:solidFill>
                <a:latin typeface="Arial"/>
                <a:ea typeface="Arial"/>
                <a:cs typeface="Arial"/>
                <a:sym typeface="Arial"/>
              </a:rPr>
              <a:t>Effect on waveforms</a:t>
            </a:r>
            <a:endParaRPr/>
          </a:p>
          <a:p>
            <a:pPr marL="0" marR="0" lvl="0" indent="0" algn="l" rtl="0">
              <a:spcBef>
                <a:spcPts val="0"/>
              </a:spcBef>
              <a:spcAft>
                <a:spcPts val="0"/>
              </a:spcAft>
              <a:buNone/>
            </a:pPr>
            <a:r>
              <a:rPr lang="en-US" sz="1800" b="1" i="0" u="none" strike="noStrike">
                <a:solidFill>
                  <a:schemeClr val="dk1"/>
                </a:solidFill>
                <a:latin typeface="Arial"/>
                <a:ea typeface="Arial"/>
                <a:cs typeface="Arial"/>
                <a:sym typeface="Arial"/>
              </a:rPr>
              <a:t>by varying frequency</a:t>
            </a:r>
            <a:endParaRPr sz="1800" b="1">
              <a:solidFill>
                <a:schemeClr val="dk1"/>
              </a:solidFill>
              <a:latin typeface="Calibri"/>
              <a:ea typeface="Calibri"/>
              <a:cs typeface="Calibri"/>
              <a:sym typeface="Calibri"/>
            </a:endParaRPr>
          </a:p>
          <a:p>
            <a:pPr marL="0" marR="0" lvl="0" indent="0" algn="l" rtl="0">
              <a:spcBef>
                <a:spcPts val="0"/>
              </a:spcBef>
              <a:spcAft>
                <a:spcPts val="0"/>
              </a:spcAft>
              <a:buNone/>
            </a:pPr>
            <a:endParaRPr sz="1800" b="1">
              <a:solidFill>
                <a:schemeClr val="dk1"/>
              </a:solidFill>
              <a:latin typeface="Calibri"/>
              <a:ea typeface="Calibri"/>
              <a:cs typeface="Calibri"/>
              <a:sym typeface="Calibri"/>
            </a:endParaRPr>
          </a:p>
        </p:txBody>
      </p:sp>
      <p:sp>
        <p:nvSpPr>
          <p:cNvPr id="246" name="Google Shape;246;p16"/>
          <p:cNvSpPr txBox="1"/>
          <p:nvPr/>
        </p:nvSpPr>
        <p:spPr>
          <a:xfrm>
            <a:off x="924560" y="4907558"/>
            <a:ext cx="341376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a:solidFill>
                  <a:schemeClr val="dk1"/>
                </a:solidFill>
                <a:latin typeface="Franklin Gothic"/>
                <a:ea typeface="Franklin Gothic"/>
                <a:cs typeface="Franklin Gothic"/>
                <a:sym typeface="Franklin Gothic"/>
              </a:rPr>
              <a:t>Fig. </a:t>
            </a:r>
            <a:r>
              <a:rPr lang="en-US" sz="1800" b="1">
                <a:solidFill>
                  <a:schemeClr val="dk1"/>
                </a:solidFill>
                <a:latin typeface="Calibri"/>
                <a:ea typeface="Calibri"/>
                <a:cs typeface="Calibri"/>
                <a:sym typeface="Calibri"/>
              </a:rPr>
              <a:t>Peak values</a:t>
            </a:r>
            <a:endParaRPr sz="1800" b="1">
              <a:solidFill>
                <a:schemeClr val="dk1"/>
              </a:solidFill>
              <a:latin typeface="Calibri"/>
              <a:ea typeface="Calibri"/>
              <a:cs typeface="Calibri"/>
              <a:sym typeface="Calibri"/>
            </a:endParaRPr>
          </a:p>
        </p:txBody>
      </p:sp>
      <p:sp>
        <p:nvSpPr>
          <p:cNvPr id="247" name="Google Shape;247;p16"/>
          <p:cNvSpPr txBox="1"/>
          <p:nvPr/>
        </p:nvSpPr>
        <p:spPr>
          <a:xfrm>
            <a:off x="924560" y="3381368"/>
            <a:ext cx="8841489" cy="381771"/>
          </a:xfrm>
          <a:prstGeom prst="rect">
            <a:avLst/>
          </a:prstGeom>
          <a:noFill/>
          <a:ln>
            <a:noFill/>
          </a:ln>
        </p:spPr>
        <p:txBody>
          <a:bodyPr spcFirstLastPara="1" wrap="square" lIns="91425" tIns="45700" rIns="91425" bIns="45700" anchor="t" anchorCtr="0">
            <a:spAutoFit/>
          </a:bodyPr>
          <a:lstStyle/>
          <a:p>
            <a:pPr marL="0" marR="0" lvl="0" indent="0" algn="l" rtl="0">
              <a:lnSpc>
                <a:spcPct val="110000"/>
              </a:lnSpc>
              <a:spcBef>
                <a:spcPts val="0"/>
              </a:spcBef>
              <a:spcAft>
                <a:spcPts val="0"/>
              </a:spcAft>
              <a:buNone/>
            </a:pPr>
            <a:r>
              <a:rPr lang="en-US" sz="1800">
                <a:solidFill>
                  <a:schemeClr val="dk1"/>
                </a:solidFill>
                <a:latin typeface="Calibri"/>
                <a:ea typeface="Calibri"/>
                <a:cs typeface="Calibri"/>
                <a:sym typeface="Calibri"/>
              </a:rPr>
              <a:t>The diagrams assume frequencies of 1000 Hz (1 kHz), 2000 Hz (2 kHz) and 2500 Hz (2.5 kHz).</a:t>
            </a:r>
            <a:endParaRPr/>
          </a:p>
        </p:txBody>
      </p:sp>
      <p:sp>
        <p:nvSpPr>
          <p:cNvPr id="248" name="Google Shape;248;p16"/>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249" name="Google Shape;249;p16"/>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250" name="Google Shape;250;p16"/>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7"/>
          <p:cNvSpPr txBox="1">
            <a:spLocks noGrp="1"/>
          </p:cNvSpPr>
          <p:nvPr>
            <p:ph type="title"/>
          </p:nvPr>
        </p:nvSpPr>
        <p:spPr>
          <a:xfrm>
            <a:off x="1120587" y="75374"/>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Example 1</a:t>
            </a:r>
            <a:endParaRPr/>
          </a:p>
        </p:txBody>
      </p:sp>
      <p:pic>
        <p:nvPicPr>
          <p:cNvPr id="256" name="Google Shape;256;p17"/>
          <p:cNvPicPr preferRelativeResize="0"/>
          <p:nvPr/>
        </p:nvPicPr>
        <p:blipFill rotWithShape="1">
          <a:blip r:embed="rId3">
            <a:alphaModFix/>
          </a:blip>
          <a:srcRect l="32399" t="14932" r="11876" b="4489"/>
          <a:stretch/>
        </p:blipFill>
        <p:spPr>
          <a:xfrm>
            <a:off x="1197864" y="703190"/>
            <a:ext cx="7132320" cy="5801144"/>
          </a:xfrm>
          <a:prstGeom prst="rect">
            <a:avLst/>
          </a:prstGeom>
          <a:noFill/>
          <a:ln>
            <a:noFill/>
          </a:ln>
        </p:spPr>
      </p:pic>
      <p:pic>
        <p:nvPicPr>
          <p:cNvPr id="257" name="Google Shape;257;p17"/>
          <p:cNvPicPr preferRelativeResize="0"/>
          <p:nvPr/>
        </p:nvPicPr>
        <p:blipFill rotWithShape="1">
          <a:blip r:embed="rId4">
            <a:alphaModFix/>
          </a:blip>
          <a:srcRect l="32400" t="44933" r="38650" b="42667"/>
          <a:stretch/>
        </p:blipFill>
        <p:spPr>
          <a:xfrm>
            <a:off x="8330184" y="5694992"/>
            <a:ext cx="3529584" cy="850392"/>
          </a:xfrm>
          <a:prstGeom prst="rect">
            <a:avLst/>
          </a:prstGeom>
          <a:noFill/>
          <a:ln>
            <a:noFill/>
          </a:ln>
        </p:spPr>
      </p:pic>
      <p:sp>
        <p:nvSpPr>
          <p:cNvPr id="258" name="Google Shape;258;p17"/>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259" name="Google Shape;259;p17"/>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260" name="Google Shape;260;p17"/>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18"/>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89000"/>
              </a:lnSpc>
              <a:spcBef>
                <a:spcPts val="0"/>
              </a:spcBef>
              <a:spcAft>
                <a:spcPts val="0"/>
              </a:spcAft>
              <a:buClr>
                <a:schemeClr val="dk2"/>
              </a:buClr>
              <a:buSzPct val="100000"/>
              <a:buFont typeface="Cambria"/>
              <a:buNone/>
            </a:pPr>
            <a:r>
              <a:rPr lang="en-US"/>
              <a:t>Average and r.m.s. values of sinusoidal currents and voltages</a:t>
            </a:r>
            <a:endParaRPr/>
          </a:p>
        </p:txBody>
      </p:sp>
      <p:sp>
        <p:nvSpPr>
          <p:cNvPr id="266" name="Google Shape;266;p18"/>
          <p:cNvSpPr txBox="1">
            <a:spLocks noGrp="1"/>
          </p:cNvSpPr>
          <p:nvPr>
            <p:ph type="body" idx="1"/>
          </p:nvPr>
        </p:nvSpPr>
        <p:spPr>
          <a:xfrm>
            <a:off x="1120587" y="1129553"/>
            <a:ext cx="10533530" cy="5414682"/>
          </a:xfrm>
          <a:prstGeom prst="rect">
            <a:avLst/>
          </a:prstGeom>
          <a:noFill/>
          <a:ln>
            <a:noFill/>
          </a:ln>
        </p:spPr>
        <p:txBody>
          <a:bodyPr spcFirstLastPara="1" wrap="square" lIns="91425" tIns="45700" rIns="91425" bIns="45700" anchor="t" anchorCtr="0">
            <a:normAutofit/>
          </a:bodyPr>
          <a:lstStyle/>
          <a:p>
            <a:pPr marL="384048" lvl="0" indent="-384048" algn="just" rtl="0">
              <a:lnSpc>
                <a:spcPct val="94000"/>
              </a:lnSpc>
              <a:spcBef>
                <a:spcPts val="0"/>
              </a:spcBef>
              <a:spcAft>
                <a:spcPts val="0"/>
              </a:spcAft>
              <a:buClr>
                <a:schemeClr val="dk1"/>
              </a:buClr>
              <a:buSzPts val="2000"/>
              <a:buChar char="■"/>
            </a:pPr>
            <a:r>
              <a:rPr lang="en-US"/>
              <a:t>If Im is the maximum value of a current which varies sinusoidally, the instantaneous value i is represented by,</a:t>
            </a:r>
            <a:endParaRPr/>
          </a:p>
          <a:p>
            <a:pPr marL="0" lvl="0" indent="0" algn="just" rtl="0">
              <a:lnSpc>
                <a:spcPct val="94000"/>
              </a:lnSpc>
              <a:spcBef>
                <a:spcPts val="1200"/>
              </a:spcBef>
              <a:spcAft>
                <a:spcPts val="0"/>
              </a:spcAft>
              <a:buClr>
                <a:schemeClr val="dk1"/>
              </a:buClr>
              <a:buSzPts val="2000"/>
              <a:buNone/>
            </a:pPr>
            <a:r>
              <a:rPr lang="en-US"/>
              <a:t>		i = I</a:t>
            </a:r>
            <a:r>
              <a:rPr lang="en-US" baseline="-25000"/>
              <a:t>m</a:t>
            </a:r>
            <a:r>
              <a:rPr lang="en-US"/>
              <a:t> sinθ</a:t>
            </a:r>
            <a:endParaRPr/>
          </a:p>
          <a:p>
            <a:pPr marL="0" lvl="0" indent="0" algn="just" rtl="0">
              <a:lnSpc>
                <a:spcPct val="94000"/>
              </a:lnSpc>
              <a:spcBef>
                <a:spcPts val="1200"/>
              </a:spcBef>
              <a:spcAft>
                <a:spcPts val="0"/>
              </a:spcAft>
              <a:buClr>
                <a:schemeClr val="dk1"/>
              </a:buClr>
              <a:buSzPts val="2000"/>
              <a:buNone/>
            </a:pPr>
            <a:r>
              <a:rPr lang="en-US"/>
              <a:t>        where θ is the angle in radians from instant of zero current.</a:t>
            </a:r>
            <a:endParaRPr/>
          </a:p>
          <a:p>
            <a:pPr marL="384048" lvl="0" indent="-384048" algn="l" rtl="0">
              <a:lnSpc>
                <a:spcPct val="94000"/>
              </a:lnSpc>
              <a:spcBef>
                <a:spcPts val="1200"/>
              </a:spcBef>
              <a:spcAft>
                <a:spcPts val="0"/>
              </a:spcAft>
              <a:buClr>
                <a:schemeClr val="dk1"/>
              </a:buClr>
              <a:buSzPts val="2000"/>
              <a:buChar char="■"/>
            </a:pPr>
            <a:r>
              <a:rPr lang="en-US">
                <a:latin typeface="Arial"/>
                <a:ea typeface="Arial"/>
                <a:cs typeface="Arial"/>
                <a:sym typeface="Arial"/>
              </a:rPr>
              <a:t>T</a:t>
            </a:r>
            <a:r>
              <a:rPr lang="en-US" b="0" i="0" u="none" strike="noStrike">
                <a:latin typeface="Arial"/>
                <a:ea typeface="Arial"/>
                <a:cs typeface="Arial"/>
                <a:sym typeface="Arial"/>
              </a:rPr>
              <a:t>herefore, total area enclosed by the current wave over half-cycle is,</a:t>
            </a:r>
            <a:endParaRPr/>
          </a:p>
        </p:txBody>
      </p:sp>
      <p:pic>
        <p:nvPicPr>
          <p:cNvPr id="267" name="Google Shape;267;p18"/>
          <p:cNvPicPr preferRelativeResize="0"/>
          <p:nvPr/>
        </p:nvPicPr>
        <p:blipFill rotWithShape="1">
          <a:blip r:embed="rId3">
            <a:alphaModFix/>
          </a:blip>
          <a:srcRect l="32100" t="33333" r="19525" b="50013"/>
          <a:stretch/>
        </p:blipFill>
        <p:spPr>
          <a:xfrm>
            <a:off x="2029967" y="3376691"/>
            <a:ext cx="7022593" cy="1359901"/>
          </a:xfrm>
          <a:prstGeom prst="rect">
            <a:avLst/>
          </a:prstGeom>
          <a:noFill/>
          <a:ln>
            <a:noFill/>
          </a:ln>
        </p:spPr>
      </p:pic>
      <p:pic>
        <p:nvPicPr>
          <p:cNvPr id="268" name="Google Shape;268;p18"/>
          <p:cNvPicPr preferRelativeResize="0"/>
          <p:nvPr/>
        </p:nvPicPr>
        <p:blipFill rotWithShape="1">
          <a:blip r:embed="rId3">
            <a:alphaModFix/>
          </a:blip>
          <a:srcRect l="32100" t="54839" r="41613" b="27067"/>
          <a:stretch/>
        </p:blipFill>
        <p:spPr>
          <a:xfrm>
            <a:off x="1725166" y="5342628"/>
            <a:ext cx="3816097" cy="1285105"/>
          </a:xfrm>
          <a:prstGeom prst="rect">
            <a:avLst/>
          </a:prstGeom>
          <a:noFill/>
          <a:ln>
            <a:noFill/>
          </a:ln>
        </p:spPr>
      </p:pic>
      <p:sp>
        <p:nvSpPr>
          <p:cNvPr id="269" name="Google Shape;269;p18"/>
          <p:cNvSpPr txBox="1"/>
          <p:nvPr/>
        </p:nvSpPr>
        <p:spPr>
          <a:xfrm>
            <a:off x="1120587" y="4820090"/>
            <a:ext cx="6094476" cy="381643"/>
          </a:xfrm>
          <a:prstGeom prst="rect">
            <a:avLst/>
          </a:prstGeom>
          <a:noFill/>
          <a:ln>
            <a:noFill/>
          </a:ln>
        </p:spPr>
        <p:txBody>
          <a:bodyPr spcFirstLastPara="1" wrap="square" lIns="91425" tIns="45700" rIns="91425" bIns="45700" anchor="t" anchorCtr="0">
            <a:normAutofit/>
          </a:bodyPr>
          <a:lstStyle/>
          <a:p>
            <a:pPr marL="384048" marR="0" lvl="0" indent="-384048" algn="just" rtl="0">
              <a:lnSpc>
                <a:spcPct val="94000"/>
              </a:lnSpc>
              <a:spcBef>
                <a:spcPts val="0"/>
              </a:spcBef>
              <a:spcAft>
                <a:spcPts val="0"/>
              </a:spcAft>
              <a:buClr>
                <a:schemeClr val="dk1"/>
              </a:buClr>
              <a:buSzPts val="2000"/>
              <a:buFont typeface="Libre Franklin"/>
              <a:buChar char="■"/>
            </a:pPr>
            <a:r>
              <a:rPr lang="en-US" sz="2000">
                <a:solidFill>
                  <a:schemeClr val="dk1"/>
                </a:solidFill>
                <a:latin typeface="Calibri"/>
                <a:ea typeface="Calibri"/>
                <a:cs typeface="Calibri"/>
                <a:sym typeface="Calibri"/>
              </a:rPr>
              <a:t>Average value of current over a half-cycle is,</a:t>
            </a:r>
            <a:endParaRPr sz="2000">
              <a:solidFill>
                <a:schemeClr val="dk1"/>
              </a:solidFill>
              <a:latin typeface="Calibri"/>
              <a:ea typeface="Calibri"/>
              <a:cs typeface="Calibri"/>
              <a:sym typeface="Calibri"/>
            </a:endParaRPr>
          </a:p>
        </p:txBody>
      </p:sp>
      <p:pic>
        <p:nvPicPr>
          <p:cNvPr id="270" name="Google Shape;270;p18"/>
          <p:cNvPicPr preferRelativeResize="0"/>
          <p:nvPr/>
        </p:nvPicPr>
        <p:blipFill rotWithShape="1">
          <a:blip r:embed="rId4">
            <a:alphaModFix/>
          </a:blip>
          <a:srcRect l="30187" t="33680" r="43304" b="50104"/>
          <a:stretch/>
        </p:blipFill>
        <p:spPr>
          <a:xfrm>
            <a:off x="7926622" y="5541961"/>
            <a:ext cx="3422608" cy="1177671"/>
          </a:xfrm>
          <a:prstGeom prst="rect">
            <a:avLst/>
          </a:prstGeom>
          <a:noFill/>
          <a:ln>
            <a:noFill/>
          </a:ln>
        </p:spPr>
      </p:pic>
      <p:sp>
        <p:nvSpPr>
          <p:cNvPr id="271" name="Google Shape;271;p18"/>
          <p:cNvSpPr txBox="1"/>
          <p:nvPr/>
        </p:nvSpPr>
        <p:spPr>
          <a:xfrm>
            <a:off x="7411480" y="4848724"/>
            <a:ext cx="4897870" cy="381643"/>
          </a:xfrm>
          <a:prstGeom prst="rect">
            <a:avLst/>
          </a:prstGeom>
          <a:noFill/>
          <a:ln>
            <a:noFill/>
          </a:ln>
        </p:spPr>
        <p:txBody>
          <a:bodyPr spcFirstLastPara="1" wrap="square" lIns="91425" tIns="45700" rIns="91425" bIns="45700" anchor="t" anchorCtr="0">
            <a:normAutofit/>
          </a:bodyPr>
          <a:lstStyle/>
          <a:p>
            <a:pPr marL="384048" marR="0" lvl="0" indent="-384048" algn="just" rtl="0">
              <a:lnSpc>
                <a:spcPct val="94000"/>
              </a:lnSpc>
              <a:spcBef>
                <a:spcPts val="0"/>
              </a:spcBef>
              <a:spcAft>
                <a:spcPts val="0"/>
              </a:spcAft>
              <a:buClr>
                <a:schemeClr val="dk1"/>
              </a:buClr>
              <a:buSzPts val="2000"/>
              <a:buFont typeface="Libre Franklin"/>
              <a:buChar char="■"/>
            </a:pPr>
            <a:r>
              <a:rPr lang="en-US" sz="2000">
                <a:solidFill>
                  <a:schemeClr val="dk1"/>
                </a:solidFill>
                <a:latin typeface="Calibri"/>
                <a:ea typeface="Calibri"/>
                <a:cs typeface="Calibri"/>
                <a:sym typeface="Calibri"/>
              </a:rPr>
              <a:t>RMS value of current over a half-cycle is,</a:t>
            </a:r>
            <a:endParaRPr sz="2000">
              <a:solidFill>
                <a:schemeClr val="dk1"/>
              </a:solidFill>
              <a:latin typeface="Calibri"/>
              <a:ea typeface="Calibri"/>
              <a:cs typeface="Calibri"/>
              <a:sym typeface="Calibri"/>
            </a:endParaRPr>
          </a:p>
        </p:txBody>
      </p:sp>
      <p:pic>
        <p:nvPicPr>
          <p:cNvPr id="272" name="Google Shape;272;p18"/>
          <p:cNvPicPr preferRelativeResize="0"/>
          <p:nvPr/>
        </p:nvPicPr>
        <p:blipFill rotWithShape="1">
          <a:blip r:embed="rId5">
            <a:alphaModFix/>
          </a:blip>
          <a:srcRect/>
          <a:stretch/>
        </p:blipFill>
        <p:spPr>
          <a:xfrm>
            <a:off x="9052559" y="1508287"/>
            <a:ext cx="2403469" cy="1372524"/>
          </a:xfrm>
          <a:prstGeom prst="rect">
            <a:avLst/>
          </a:prstGeom>
          <a:noFill/>
          <a:ln>
            <a:noFill/>
          </a:ln>
        </p:spPr>
      </p:pic>
      <p:sp>
        <p:nvSpPr>
          <p:cNvPr id="273" name="Google Shape;273;p18"/>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274" name="Google Shape;274;p18"/>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275" name="Google Shape;275;p18"/>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pic>
        <p:nvPicPr>
          <p:cNvPr id="276" name="Google Shape;276;p18"/>
          <p:cNvPicPr preferRelativeResize="0"/>
          <p:nvPr/>
        </p:nvPicPr>
        <p:blipFill rotWithShape="1">
          <a:blip r:embed="rId6">
            <a:alphaModFix/>
          </a:blip>
          <a:srcRect/>
          <a:stretch/>
        </p:blipFill>
        <p:spPr>
          <a:xfrm>
            <a:off x="8656300" y="3096240"/>
            <a:ext cx="2799728" cy="169641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19"/>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Example 2</a:t>
            </a:r>
            <a:endParaRPr/>
          </a:p>
        </p:txBody>
      </p:sp>
      <p:pic>
        <p:nvPicPr>
          <p:cNvPr id="282" name="Google Shape;282;p19"/>
          <p:cNvPicPr preferRelativeResize="0">
            <a:picLocks noGrp="1"/>
          </p:cNvPicPr>
          <p:nvPr>
            <p:ph type="body" idx="1"/>
          </p:nvPr>
        </p:nvPicPr>
        <p:blipFill rotWithShape="1">
          <a:blip r:embed="rId3">
            <a:alphaModFix/>
          </a:blip>
          <a:srcRect l="30282" t="16957" r="8149" b="13450"/>
          <a:stretch/>
        </p:blipFill>
        <p:spPr>
          <a:xfrm>
            <a:off x="1618488" y="1136567"/>
            <a:ext cx="8193023" cy="5209144"/>
          </a:xfrm>
          <a:prstGeom prst="rect">
            <a:avLst/>
          </a:prstGeom>
          <a:noFill/>
          <a:ln>
            <a:noFill/>
          </a:ln>
        </p:spPr>
      </p:pic>
      <p:sp>
        <p:nvSpPr>
          <p:cNvPr id="283" name="Google Shape;283;p19"/>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284" name="Google Shape;284;p19"/>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285" name="Google Shape;285;p19"/>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pic>
        <p:nvPicPr>
          <p:cNvPr id="290" name="Google Shape;290;p20"/>
          <p:cNvPicPr preferRelativeResize="0">
            <a:picLocks noGrp="1"/>
          </p:cNvPicPr>
          <p:nvPr>
            <p:ph type="body" idx="1"/>
          </p:nvPr>
        </p:nvPicPr>
        <p:blipFill rotWithShape="1">
          <a:blip r:embed="rId3">
            <a:alphaModFix/>
          </a:blip>
          <a:srcRect l="30852" t="24727" r="7103" b="20206"/>
          <a:stretch/>
        </p:blipFill>
        <p:spPr>
          <a:xfrm>
            <a:off x="1563625" y="1633991"/>
            <a:ext cx="8302752" cy="4145018"/>
          </a:xfrm>
          <a:prstGeom prst="rect">
            <a:avLst/>
          </a:prstGeom>
          <a:noFill/>
          <a:ln>
            <a:noFill/>
          </a:ln>
        </p:spPr>
      </p:pic>
      <p:sp>
        <p:nvSpPr>
          <p:cNvPr id="291" name="Google Shape;291;p20"/>
          <p:cNvSpPr txBox="1">
            <a:spLocks noGrp="1"/>
          </p:cNvSpPr>
          <p:nvPr>
            <p:ph type="title"/>
          </p:nvPr>
        </p:nvSpPr>
        <p:spPr>
          <a:xfrm>
            <a:off x="1120775" y="247650"/>
            <a:ext cx="10533063"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Example 2</a:t>
            </a:r>
            <a:endParaRPr/>
          </a:p>
        </p:txBody>
      </p:sp>
      <p:sp>
        <p:nvSpPr>
          <p:cNvPr id="292" name="Google Shape;292;p20"/>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293" name="Google Shape;293;p20"/>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MITWPU</a:t>
            </a:r>
            <a:endParaRPr/>
          </a:p>
        </p:txBody>
      </p:sp>
      <p:sp>
        <p:nvSpPr>
          <p:cNvPr id="294" name="Google Shape;294;p20"/>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21"/>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Alternating current in a resistive circuit </a:t>
            </a:r>
            <a:endParaRPr/>
          </a:p>
        </p:txBody>
      </p:sp>
      <p:pic>
        <p:nvPicPr>
          <p:cNvPr id="300" name="Google Shape;300;p21"/>
          <p:cNvPicPr preferRelativeResize="0">
            <a:picLocks noGrp="1"/>
          </p:cNvPicPr>
          <p:nvPr>
            <p:ph type="body" idx="1"/>
          </p:nvPr>
        </p:nvPicPr>
        <p:blipFill rotWithShape="1">
          <a:blip r:embed="rId3">
            <a:alphaModFix/>
          </a:blip>
          <a:srcRect l="8238" t="28612" r="72948" b="46557"/>
          <a:stretch/>
        </p:blipFill>
        <p:spPr>
          <a:xfrm>
            <a:off x="6387351" y="4363299"/>
            <a:ext cx="3127248" cy="2321744"/>
          </a:xfrm>
          <a:prstGeom prst="rect">
            <a:avLst/>
          </a:prstGeom>
          <a:noFill/>
          <a:ln>
            <a:noFill/>
          </a:ln>
        </p:spPr>
      </p:pic>
      <p:pic>
        <p:nvPicPr>
          <p:cNvPr id="301" name="Google Shape;301;p21"/>
          <p:cNvPicPr preferRelativeResize="0"/>
          <p:nvPr/>
        </p:nvPicPr>
        <p:blipFill rotWithShape="1">
          <a:blip r:embed="rId3">
            <a:alphaModFix/>
          </a:blip>
          <a:srcRect l="35730" t="70053" r="50968" b="14744"/>
          <a:stretch/>
        </p:blipFill>
        <p:spPr>
          <a:xfrm>
            <a:off x="1490381" y="4824626"/>
            <a:ext cx="2176363" cy="1399089"/>
          </a:xfrm>
          <a:prstGeom prst="rect">
            <a:avLst/>
          </a:prstGeom>
          <a:noFill/>
          <a:ln>
            <a:noFill/>
          </a:ln>
        </p:spPr>
      </p:pic>
      <p:pic>
        <p:nvPicPr>
          <p:cNvPr id="302" name="Google Shape;302;p21"/>
          <p:cNvPicPr preferRelativeResize="0"/>
          <p:nvPr/>
        </p:nvPicPr>
        <p:blipFill rotWithShape="1">
          <a:blip r:embed="rId3">
            <a:alphaModFix/>
          </a:blip>
          <a:srcRect l="34146" t="27092" r="37508" b="63167"/>
          <a:stretch/>
        </p:blipFill>
        <p:spPr>
          <a:xfrm>
            <a:off x="2231726" y="2737642"/>
            <a:ext cx="4983481" cy="963287"/>
          </a:xfrm>
          <a:prstGeom prst="rect">
            <a:avLst/>
          </a:prstGeom>
          <a:noFill/>
          <a:ln>
            <a:noFill/>
          </a:ln>
        </p:spPr>
      </p:pic>
      <p:sp>
        <p:nvSpPr>
          <p:cNvPr id="303" name="Google Shape;303;p21"/>
          <p:cNvSpPr txBox="1"/>
          <p:nvPr/>
        </p:nvSpPr>
        <p:spPr>
          <a:xfrm>
            <a:off x="1120587" y="914400"/>
            <a:ext cx="10533530" cy="5414682"/>
          </a:xfrm>
          <a:prstGeom prst="rect">
            <a:avLst/>
          </a:prstGeom>
          <a:noFill/>
          <a:ln>
            <a:noFill/>
          </a:ln>
        </p:spPr>
        <p:txBody>
          <a:bodyPr spcFirstLastPara="1" wrap="square" lIns="91425" tIns="45700" rIns="91425" bIns="45700" anchor="t" anchorCtr="0">
            <a:normAutofit/>
          </a:bodyPr>
          <a:lstStyle/>
          <a:p>
            <a:pPr marL="384048" marR="0" lvl="0" indent="-384048" algn="just" rtl="0">
              <a:lnSpc>
                <a:spcPct val="94000"/>
              </a:lnSpc>
              <a:spcBef>
                <a:spcPts val="0"/>
              </a:spcBef>
              <a:spcAft>
                <a:spcPts val="0"/>
              </a:spcAft>
              <a:buClr>
                <a:schemeClr val="dk1"/>
              </a:buClr>
              <a:buSzPts val="2000"/>
              <a:buFont typeface="Libre Franklin"/>
              <a:buChar char="■"/>
            </a:pPr>
            <a:r>
              <a:rPr lang="en-US" sz="2000">
                <a:solidFill>
                  <a:schemeClr val="dk1"/>
                </a:solidFill>
                <a:latin typeface="Calibri"/>
                <a:ea typeface="Calibri"/>
                <a:cs typeface="Calibri"/>
                <a:sym typeface="Calibri"/>
              </a:rPr>
              <a:t>Consider a circuit having a resistance R ohms connected across the terminals of an a.c. generator G, as in Fig. and suppose the alternating voltage to be represented by the sine wave </a:t>
            </a:r>
            <a:endParaRPr/>
          </a:p>
          <a:p>
            <a:pPr marL="384048" marR="0" lvl="0" indent="-257048" algn="just" rtl="0">
              <a:lnSpc>
                <a:spcPct val="94000"/>
              </a:lnSpc>
              <a:spcBef>
                <a:spcPts val="1200"/>
              </a:spcBef>
              <a:spcAft>
                <a:spcPts val="0"/>
              </a:spcAft>
              <a:buClr>
                <a:schemeClr val="dk1"/>
              </a:buClr>
              <a:buSzPts val="2000"/>
              <a:buFont typeface="Libre Franklin"/>
              <a:buNone/>
            </a:pPr>
            <a:endParaRPr sz="2000">
              <a:solidFill>
                <a:schemeClr val="dk1"/>
              </a:solidFill>
              <a:latin typeface="Calibri"/>
              <a:ea typeface="Calibri"/>
              <a:cs typeface="Calibri"/>
              <a:sym typeface="Calibri"/>
            </a:endParaRPr>
          </a:p>
          <a:p>
            <a:pPr marL="384048" marR="0" lvl="0" indent="-384048" algn="just" rtl="0">
              <a:lnSpc>
                <a:spcPct val="94000"/>
              </a:lnSpc>
              <a:spcBef>
                <a:spcPts val="1200"/>
              </a:spcBef>
              <a:spcAft>
                <a:spcPts val="0"/>
              </a:spcAft>
              <a:buClr>
                <a:schemeClr val="dk1"/>
              </a:buClr>
              <a:buSzPts val="2000"/>
              <a:buFont typeface="Libre Franklin"/>
              <a:buChar char="■"/>
            </a:pPr>
            <a:r>
              <a:rPr lang="en-US" sz="2000">
                <a:solidFill>
                  <a:schemeClr val="dk1"/>
                </a:solidFill>
                <a:latin typeface="Calibri"/>
                <a:ea typeface="Calibri"/>
                <a:cs typeface="Calibri"/>
                <a:sym typeface="Calibri"/>
              </a:rPr>
              <a:t>If the value of the voltage at any instant is v volts, the value of the current at that instant is given by</a:t>
            </a:r>
            <a:endParaRPr/>
          </a:p>
          <a:p>
            <a:pPr marL="1444752" marR="0" lvl="3" indent="0" algn="just" rtl="0">
              <a:lnSpc>
                <a:spcPct val="94000"/>
              </a:lnSpc>
              <a:spcBef>
                <a:spcPts val="700"/>
              </a:spcBef>
              <a:spcAft>
                <a:spcPts val="0"/>
              </a:spcAft>
              <a:buClr>
                <a:schemeClr val="dk1"/>
              </a:buClr>
              <a:buSzPts val="2000"/>
              <a:buFont typeface="Libre Franklin"/>
              <a:buNone/>
            </a:pPr>
            <a:r>
              <a:rPr lang="en-US" sz="2000" b="0" i="1" u="none" strike="noStrike" cap="none">
                <a:solidFill>
                  <a:schemeClr val="dk1"/>
                </a:solidFill>
                <a:latin typeface="Calibri"/>
                <a:ea typeface="Calibri"/>
                <a:cs typeface="Calibri"/>
                <a:sym typeface="Calibri"/>
              </a:rPr>
              <a:t>	</a:t>
            </a:r>
            <a:endParaRPr/>
          </a:p>
          <a:p>
            <a:pPr marL="384048" marR="0" lvl="0" indent="-257048" algn="just" rtl="0">
              <a:lnSpc>
                <a:spcPct val="94000"/>
              </a:lnSpc>
              <a:spcBef>
                <a:spcPts val="1200"/>
              </a:spcBef>
              <a:spcAft>
                <a:spcPts val="0"/>
              </a:spcAft>
              <a:buClr>
                <a:schemeClr val="dk1"/>
              </a:buClr>
              <a:buSzPts val="2000"/>
              <a:buFont typeface="Libre Franklin"/>
              <a:buNone/>
            </a:pPr>
            <a:endParaRPr sz="2000">
              <a:solidFill>
                <a:schemeClr val="dk1"/>
              </a:solidFill>
              <a:latin typeface="Calibri"/>
              <a:ea typeface="Calibri"/>
              <a:cs typeface="Calibri"/>
              <a:sym typeface="Calibri"/>
            </a:endParaRPr>
          </a:p>
          <a:p>
            <a:pPr marL="384048" marR="0" lvl="0" indent="-257048" algn="just" rtl="0">
              <a:lnSpc>
                <a:spcPct val="94000"/>
              </a:lnSpc>
              <a:spcBef>
                <a:spcPts val="1200"/>
              </a:spcBef>
              <a:spcAft>
                <a:spcPts val="0"/>
              </a:spcAft>
              <a:buClr>
                <a:schemeClr val="dk1"/>
              </a:buClr>
              <a:buSzPts val="2000"/>
              <a:buFont typeface="Libre Franklin"/>
              <a:buNone/>
            </a:pPr>
            <a:endParaRPr sz="2000">
              <a:solidFill>
                <a:schemeClr val="dk1"/>
              </a:solidFill>
              <a:latin typeface="Calibri"/>
              <a:ea typeface="Calibri"/>
              <a:cs typeface="Calibri"/>
              <a:sym typeface="Calibri"/>
            </a:endParaRPr>
          </a:p>
          <a:p>
            <a:pPr marL="384048" marR="0" lvl="0" indent="-384048" algn="just" rtl="0">
              <a:lnSpc>
                <a:spcPct val="94000"/>
              </a:lnSpc>
              <a:spcBef>
                <a:spcPts val="1200"/>
              </a:spcBef>
              <a:spcAft>
                <a:spcPts val="0"/>
              </a:spcAft>
              <a:buClr>
                <a:schemeClr val="dk1"/>
              </a:buClr>
              <a:buSzPts val="2000"/>
              <a:buFont typeface="Libre Franklin"/>
              <a:buChar char="■"/>
            </a:pPr>
            <a:r>
              <a:rPr lang="en-US" sz="2000">
                <a:solidFill>
                  <a:schemeClr val="dk1"/>
                </a:solidFill>
                <a:latin typeface="Calibri"/>
                <a:ea typeface="Calibri"/>
                <a:cs typeface="Calibri"/>
                <a:sym typeface="Calibri"/>
              </a:rPr>
              <a:t>If Vm and Im are the maximum values of the voltage and current respectively, it follows that</a:t>
            </a:r>
            <a:endParaRPr sz="2000">
              <a:solidFill>
                <a:schemeClr val="dk1"/>
              </a:solidFill>
              <a:latin typeface="Calibri"/>
              <a:ea typeface="Calibri"/>
              <a:cs typeface="Calibri"/>
              <a:sym typeface="Calibri"/>
            </a:endParaRPr>
          </a:p>
        </p:txBody>
      </p:sp>
      <p:sp>
        <p:nvSpPr>
          <p:cNvPr id="304" name="Google Shape;304;p21"/>
          <p:cNvSpPr txBox="1"/>
          <p:nvPr/>
        </p:nvSpPr>
        <p:spPr>
          <a:xfrm>
            <a:off x="3803904" y="5321808"/>
            <a:ext cx="157276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---------------[1]</a:t>
            </a:r>
            <a:endParaRPr/>
          </a:p>
        </p:txBody>
      </p:sp>
      <p:sp>
        <p:nvSpPr>
          <p:cNvPr id="305" name="Google Shape;305;p21"/>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306" name="Google Shape;306;p21"/>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307" name="Google Shape;307;p21"/>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pic>
        <p:nvPicPr>
          <p:cNvPr id="312" name="Google Shape;312;p22"/>
          <p:cNvPicPr preferRelativeResize="0">
            <a:picLocks noGrp="1"/>
          </p:cNvPicPr>
          <p:nvPr>
            <p:ph type="body" idx="1"/>
          </p:nvPr>
        </p:nvPicPr>
        <p:blipFill rotWithShape="1">
          <a:blip r:embed="rId3">
            <a:alphaModFix/>
          </a:blip>
          <a:srcRect l="31282" t="37224" r="44488" b="38898"/>
          <a:stretch/>
        </p:blipFill>
        <p:spPr>
          <a:xfrm>
            <a:off x="1120587" y="3682748"/>
            <a:ext cx="3732231" cy="2068828"/>
          </a:xfrm>
          <a:prstGeom prst="rect">
            <a:avLst/>
          </a:prstGeom>
          <a:noFill/>
          <a:ln>
            <a:noFill/>
          </a:ln>
        </p:spPr>
      </p:pic>
      <p:sp>
        <p:nvSpPr>
          <p:cNvPr id="313" name="Google Shape;313;p22"/>
          <p:cNvSpPr txBox="1"/>
          <p:nvPr/>
        </p:nvSpPr>
        <p:spPr>
          <a:xfrm>
            <a:off x="1359294" y="914400"/>
            <a:ext cx="10056114" cy="1891287"/>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000" b="0" u="none" strike="noStrike">
                <a:solidFill>
                  <a:schemeClr val="dk1"/>
                </a:solidFill>
                <a:latin typeface="Cambria"/>
                <a:ea typeface="Cambria"/>
                <a:cs typeface="Cambria"/>
                <a:sym typeface="Cambria"/>
              </a:rPr>
              <a:t>But the r.m.s. value of a sine wave is 0.707 times the maximum value, so that</a:t>
            </a:r>
            <a:endParaRPr/>
          </a:p>
          <a:p>
            <a:pPr marL="0" marR="0" lvl="0" indent="0" algn="l" rtl="0">
              <a:lnSpc>
                <a:spcPct val="150000"/>
              </a:lnSpc>
              <a:spcBef>
                <a:spcPts val="0"/>
              </a:spcBef>
              <a:spcAft>
                <a:spcPts val="0"/>
              </a:spcAft>
              <a:buNone/>
            </a:pPr>
            <a:r>
              <a:rPr lang="en-US" sz="2000" b="0" u="none" strike="noStrike">
                <a:solidFill>
                  <a:schemeClr val="dk1"/>
                </a:solidFill>
                <a:latin typeface="Cambria"/>
                <a:ea typeface="Cambria"/>
                <a:cs typeface="Cambria"/>
                <a:sym typeface="Cambria"/>
              </a:rPr>
              <a:t>	RMS value of voltage = </a:t>
            </a:r>
            <a:r>
              <a:rPr lang="en-US" sz="2000" b="0" i="1" u="none" strike="noStrike">
                <a:solidFill>
                  <a:schemeClr val="dk1"/>
                </a:solidFill>
                <a:latin typeface="Cambria"/>
                <a:ea typeface="Cambria"/>
                <a:cs typeface="Cambria"/>
                <a:sym typeface="Cambria"/>
              </a:rPr>
              <a:t>V = 0.707Vm</a:t>
            </a:r>
            <a:endParaRPr/>
          </a:p>
          <a:p>
            <a:pPr marL="0" marR="0" lvl="0" indent="0" algn="l" rtl="0">
              <a:lnSpc>
                <a:spcPct val="150000"/>
              </a:lnSpc>
              <a:spcBef>
                <a:spcPts val="0"/>
              </a:spcBef>
              <a:spcAft>
                <a:spcPts val="0"/>
              </a:spcAft>
              <a:buNone/>
            </a:pPr>
            <a:r>
              <a:rPr lang="en-US" sz="2000" b="0" u="none" strike="noStrike">
                <a:solidFill>
                  <a:schemeClr val="dk1"/>
                </a:solidFill>
                <a:latin typeface="Cambria"/>
                <a:ea typeface="Cambria"/>
                <a:cs typeface="Cambria"/>
                <a:sym typeface="Cambria"/>
              </a:rPr>
              <a:t>and RMS value of current = </a:t>
            </a:r>
            <a:r>
              <a:rPr lang="en-US" sz="2000" b="0" i="1" u="none" strike="noStrike">
                <a:solidFill>
                  <a:schemeClr val="dk1"/>
                </a:solidFill>
                <a:latin typeface="Cambria"/>
                <a:ea typeface="Cambria"/>
                <a:cs typeface="Cambria"/>
                <a:sym typeface="Cambria"/>
              </a:rPr>
              <a:t>I = 0.707Im</a:t>
            </a:r>
            <a:endParaRPr/>
          </a:p>
          <a:p>
            <a:pPr marL="0" marR="0" lvl="0" indent="0" algn="l" rtl="0">
              <a:lnSpc>
                <a:spcPct val="150000"/>
              </a:lnSpc>
              <a:spcBef>
                <a:spcPts val="0"/>
              </a:spcBef>
              <a:spcAft>
                <a:spcPts val="0"/>
              </a:spcAft>
              <a:buNone/>
            </a:pPr>
            <a:r>
              <a:rPr lang="en-US" sz="2000" b="0" u="none" strike="noStrike">
                <a:solidFill>
                  <a:schemeClr val="dk1"/>
                </a:solidFill>
                <a:latin typeface="Cambria"/>
                <a:ea typeface="Cambria"/>
                <a:cs typeface="Cambria"/>
                <a:sym typeface="Cambria"/>
              </a:rPr>
              <a:t>Substituting for Im and Vm in equation [1] we have</a:t>
            </a:r>
            <a:endParaRPr sz="2000">
              <a:solidFill>
                <a:schemeClr val="dk1"/>
              </a:solidFill>
              <a:latin typeface="Cambria"/>
              <a:ea typeface="Cambria"/>
              <a:cs typeface="Cambria"/>
              <a:sym typeface="Cambria"/>
            </a:endParaRPr>
          </a:p>
        </p:txBody>
      </p:sp>
      <p:pic>
        <p:nvPicPr>
          <p:cNvPr id="314" name="Google Shape;314;p22"/>
          <p:cNvPicPr preferRelativeResize="0"/>
          <p:nvPr/>
        </p:nvPicPr>
        <p:blipFill rotWithShape="1">
          <a:blip r:embed="rId3">
            <a:alphaModFix/>
          </a:blip>
          <a:srcRect l="32467" t="60766" r="29147" b="3991"/>
          <a:stretch/>
        </p:blipFill>
        <p:spPr>
          <a:xfrm>
            <a:off x="5849112" y="3175252"/>
            <a:ext cx="6067611" cy="3133567"/>
          </a:xfrm>
          <a:prstGeom prst="rect">
            <a:avLst/>
          </a:prstGeom>
          <a:noFill/>
          <a:ln>
            <a:noFill/>
          </a:ln>
        </p:spPr>
      </p:pic>
      <p:sp>
        <p:nvSpPr>
          <p:cNvPr id="315" name="Google Shape;315;p22"/>
          <p:cNvSpPr txBox="1">
            <a:spLocks noGrp="1"/>
          </p:cNvSpPr>
          <p:nvPr>
            <p:ph type="title"/>
          </p:nvPr>
        </p:nvSpPr>
        <p:spPr>
          <a:xfrm>
            <a:off x="1120775" y="247650"/>
            <a:ext cx="10533063"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Alternating current in a resistive circuit </a:t>
            </a:r>
            <a:endParaRPr/>
          </a:p>
        </p:txBody>
      </p:sp>
      <p:sp>
        <p:nvSpPr>
          <p:cNvPr id="316" name="Google Shape;316;p22"/>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317" name="Google Shape;317;p22"/>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318" name="Google Shape;318;p22"/>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pic>
        <p:nvPicPr>
          <p:cNvPr id="323" name="Google Shape;323;p23"/>
          <p:cNvPicPr preferRelativeResize="0">
            <a:picLocks noGrp="1"/>
          </p:cNvPicPr>
          <p:nvPr>
            <p:ph type="body" idx="1"/>
          </p:nvPr>
        </p:nvPicPr>
        <p:blipFill rotWithShape="1">
          <a:blip r:embed="rId3">
            <a:alphaModFix/>
          </a:blip>
          <a:srcRect l="7289" t="52936" r="68008" b="19869"/>
          <a:stretch/>
        </p:blipFill>
        <p:spPr>
          <a:xfrm>
            <a:off x="3191255" y="4169801"/>
            <a:ext cx="3913178" cy="2423159"/>
          </a:xfrm>
          <a:prstGeom prst="rect">
            <a:avLst/>
          </a:prstGeom>
          <a:noFill/>
          <a:ln>
            <a:noFill/>
          </a:ln>
        </p:spPr>
      </p:pic>
      <p:pic>
        <p:nvPicPr>
          <p:cNvPr id="324" name="Google Shape;324;p23"/>
          <p:cNvPicPr preferRelativeResize="0"/>
          <p:nvPr/>
        </p:nvPicPr>
        <p:blipFill rotWithShape="1">
          <a:blip r:embed="rId3">
            <a:alphaModFix/>
          </a:blip>
          <a:srcRect l="32475" t="32800" r="24550" b="41733"/>
          <a:stretch/>
        </p:blipFill>
        <p:spPr>
          <a:xfrm>
            <a:off x="2066544" y="2229660"/>
            <a:ext cx="6766560" cy="2255520"/>
          </a:xfrm>
          <a:prstGeom prst="rect">
            <a:avLst/>
          </a:prstGeom>
          <a:noFill/>
          <a:ln>
            <a:noFill/>
          </a:ln>
        </p:spPr>
      </p:pic>
      <p:sp>
        <p:nvSpPr>
          <p:cNvPr id="325" name="Google Shape;325;p23"/>
          <p:cNvSpPr txBox="1"/>
          <p:nvPr/>
        </p:nvSpPr>
        <p:spPr>
          <a:xfrm>
            <a:off x="1120775" y="1120247"/>
            <a:ext cx="9870313" cy="113877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a:solidFill>
                  <a:schemeClr val="dk1"/>
                </a:solidFill>
                <a:latin typeface="Arial"/>
                <a:ea typeface="Arial"/>
                <a:cs typeface="Arial"/>
                <a:sym typeface="Arial"/>
              </a:rPr>
              <a:t>Hence Ohm’s law can be applied without any modification to an a.c. circuit possessing resistance only.</a:t>
            </a:r>
            <a:endParaRPr/>
          </a:p>
          <a:p>
            <a:pPr marL="0" marR="0" lvl="0" indent="0" algn="l" rtl="0">
              <a:spcBef>
                <a:spcPts val="0"/>
              </a:spcBef>
              <a:spcAft>
                <a:spcPts val="0"/>
              </a:spcAft>
              <a:buNone/>
            </a:pPr>
            <a:r>
              <a:rPr lang="en-US" sz="2000" b="0" i="0" u="none" strike="noStrike">
                <a:solidFill>
                  <a:schemeClr val="dk1"/>
                </a:solidFill>
                <a:latin typeface="Arial"/>
                <a:ea typeface="Arial"/>
                <a:cs typeface="Arial"/>
                <a:sym typeface="Arial"/>
              </a:rPr>
              <a:t>If the instantaneous value of the applied voltage is represented by</a:t>
            </a:r>
            <a:endParaRPr sz="2000">
              <a:solidFill>
                <a:schemeClr val="dk1"/>
              </a:solidFill>
              <a:latin typeface="Calibri"/>
              <a:ea typeface="Calibri"/>
              <a:cs typeface="Calibri"/>
              <a:sym typeface="Calibri"/>
            </a:endParaRPr>
          </a:p>
        </p:txBody>
      </p:sp>
      <p:sp>
        <p:nvSpPr>
          <p:cNvPr id="326" name="Google Shape;326;p23"/>
          <p:cNvSpPr txBox="1">
            <a:spLocks noGrp="1"/>
          </p:cNvSpPr>
          <p:nvPr>
            <p:ph type="title"/>
          </p:nvPr>
        </p:nvSpPr>
        <p:spPr>
          <a:xfrm>
            <a:off x="1120775" y="247650"/>
            <a:ext cx="10533063"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Alternating current in a resistive circuit </a:t>
            </a:r>
            <a:endParaRPr/>
          </a:p>
        </p:txBody>
      </p:sp>
      <p:sp>
        <p:nvSpPr>
          <p:cNvPr id="327" name="Google Shape;327;p23"/>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328" name="Google Shape;328;p23"/>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329" name="Google Shape;329;p23"/>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24"/>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Alternating current in an inductive circuit</a:t>
            </a:r>
            <a:endParaRPr/>
          </a:p>
        </p:txBody>
      </p:sp>
      <p:sp>
        <p:nvSpPr>
          <p:cNvPr id="335" name="Google Shape;335;p24"/>
          <p:cNvSpPr txBox="1">
            <a:spLocks noGrp="1"/>
          </p:cNvSpPr>
          <p:nvPr>
            <p:ph type="body" idx="1"/>
          </p:nvPr>
        </p:nvSpPr>
        <p:spPr>
          <a:xfrm>
            <a:off x="1120588" y="1129553"/>
            <a:ext cx="10533530" cy="5414682"/>
          </a:xfrm>
          <a:prstGeom prst="rect">
            <a:avLst/>
          </a:prstGeom>
          <a:noFill/>
          <a:ln>
            <a:noFill/>
          </a:ln>
        </p:spPr>
        <p:txBody>
          <a:bodyPr spcFirstLastPara="1" wrap="square" lIns="91425" tIns="45700" rIns="91425" bIns="45700" anchor="t" anchorCtr="0">
            <a:normAutofit/>
          </a:bodyPr>
          <a:lstStyle/>
          <a:p>
            <a:pPr marL="384048" lvl="0" indent="-384048" algn="just" rtl="0">
              <a:lnSpc>
                <a:spcPct val="100000"/>
              </a:lnSpc>
              <a:spcBef>
                <a:spcPts val="0"/>
              </a:spcBef>
              <a:spcAft>
                <a:spcPts val="0"/>
              </a:spcAft>
              <a:buClr>
                <a:schemeClr val="dk1"/>
              </a:buClr>
              <a:buSzPts val="2000"/>
              <a:buChar char="■"/>
            </a:pPr>
            <a:r>
              <a:rPr lang="en-US"/>
              <a:t>Let us consider the effect of a sinusoidal current flowing through a coil having an inductance of L henrys and a negligible resistance, as in Fig. the e.m.f., in volts, induced in a coil is</a:t>
            </a:r>
            <a:endParaRPr/>
          </a:p>
          <a:p>
            <a:pPr marL="0" lvl="0" indent="0" algn="just" rtl="0">
              <a:lnSpc>
                <a:spcPct val="100000"/>
              </a:lnSpc>
              <a:spcBef>
                <a:spcPts val="1200"/>
              </a:spcBef>
              <a:spcAft>
                <a:spcPts val="0"/>
              </a:spcAft>
              <a:buClr>
                <a:schemeClr val="dk1"/>
              </a:buClr>
              <a:buSzPts val="2000"/>
              <a:buNone/>
            </a:pPr>
            <a:r>
              <a:rPr lang="en-US"/>
              <a:t>			e = L × rate of change of current in amperes per second</a:t>
            </a:r>
            <a:endParaRPr/>
          </a:p>
          <a:p>
            <a:pPr marL="384048" lvl="0" indent="-257048" algn="just" rtl="0">
              <a:lnSpc>
                <a:spcPct val="100000"/>
              </a:lnSpc>
              <a:spcBef>
                <a:spcPts val="1200"/>
              </a:spcBef>
              <a:spcAft>
                <a:spcPts val="0"/>
              </a:spcAft>
              <a:buClr>
                <a:schemeClr val="dk1"/>
              </a:buClr>
              <a:buSzPts val="2000"/>
              <a:buNone/>
            </a:pPr>
            <a:endParaRPr/>
          </a:p>
        </p:txBody>
      </p:sp>
      <p:pic>
        <p:nvPicPr>
          <p:cNvPr id="336" name="Google Shape;336;p24"/>
          <p:cNvPicPr preferRelativeResize="0"/>
          <p:nvPr/>
        </p:nvPicPr>
        <p:blipFill rotWithShape="1">
          <a:blip r:embed="rId3">
            <a:alphaModFix/>
          </a:blip>
          <a:srcRect l="8175" t="26400" r="69175" b="40267"/>
          <a:stretch/>
        </p:blipFill>
        <p:spPr>
          <a:xfrm>
            <a:off x="896112" y="2766620"/>
            <a:ext cx="3570822" cy="2955978"/>
          </a:xfrm>
          <a:prstGeom prst="rect">
            <a:avLst/>
          </a:prstGeom>
          <a:noFill/>
          <a:ln>
            <a:noFill/>
          </a:ln>
        </p:spPr>
      </p:pic>
      <p:pic>
        <p:nvPicPr>
          <p:cNvPr id="337" name="Google Shape;337;p24"/>
          <p:cNvPicPr preferRelativeResize="0"/>
          <p:nvPr/>
        </p:nvPicPr>
        <p:blipFill rotWithShape="1">
          <a:blip r:embed="rId4">
            <a:alphaModFix/>
          </a:blip>
          <a:srcRect l="10050" t="24533" r="31000" b="40267"/>
          <a:stretch/>
        </p:blipFill>
        <p:spPr>
          <a:xfrm>
            <a:off x="4736996" y="4443984"/>
            <a:ext cx="7187184" cy="2414016"/>
          </a:xfrm>
          <a:prstGeom prst="rect">
            <a:avLst/>
          </a:prstGeom>
          <a:noFill/>
          <a:ln>
            <a:noFill/>
          </a:ln>
        </p:spPr>
      </p:pic>
      <p:sp>
        <p:nvSpPr>
          <p:cNvPr id="338" name="Google Shape;338;p24"/>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339" name="Google Shape;339;p24"/>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340" name="Google Shape;340;p24"/>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pic>
        <p:nvPicPr>
          <p:cNvPr id="341" name="Google Shape;341;p24"/>
          <p:cNvPicPr preferRelativeResize="0"/>
          <p:nvPr/>
        </p:nvPicPr>
        <p:blipFill rotWithShape="1">
          <a:blip r:embed="rId5">
            <a:alphaModFix/>
          </a:blip>
          <a:srcRect/>
          <a:stretch/>
        </p:blipFill>
        <p:spPr>
          <a:xfrm>
            <a:off x="8417894" y="2409109"/>
            <a:ext cx="3236222" cy="192459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25"/>
          <p:cNvSpPr txBox="1">
            <a:spLocks noGrp="1"/>
          </p:cNvSpPr>
          <p:nvPr>
            <p:ph type="title"/>
          </p:nvPr>
        </p:nvSpPr>
        <p:spPr>
          <a:xfrm>
            <a:off x="1120587" y="20193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Current and voltage in an inductive circuit</a:t>
            </a:r>
            <a:endParaRPr/>
          </a:p>
        </p:txBody>
      </p:sp>
      <p:sp>
        <p:nvSpPr>
          <p:cNvPr id="347" name="Google Shape;347;p25"/>
          <p:cNvSpPr txBox="1">
            <a:spLocks noGrp="1"/>
          </p:cNvSpPr>
          <p:nvPr>
            <p:ph type="body" idx="1"/>
          </p:nvPr>
        </p:nvSpPr>
        <p:spPr>
          <a:xfrm>
            <a:off x="1001716" y="914400"/>
            <a:ext cx="10533530" cy="5501819"/>
          </a:xfrm>
          <a:prstGeom prst="rect">
            <a:avLst/>
          </a:prstGeom>
          <a:noFill/>
          <a:ln>
            <a:noFill/>
          </a:ln>
        </p:spPr>
        <p:txBody>
          <a:bodyPr spcFirstLastPara="1" wrap="square" lIns="91425" tIns="45700" rIns="91425" bIns="45700" anchor="t" anchorCtr="0">
            <a:normAutofit/>
          </a:bodyPr>
          <a:lstStyle/>
          <a:p>
            <a:pPr marL="384048" lvl="0" indent="-384048" algn="just" rtl="0">
              <a:lnSpc>
                <a:spcPct val="100000"/>
              </a:lnSpc>
              <a:spcBef>
                <a:spcPts val="0"/>
              </a:spcBef>
              <a:spcAft>
                <a:spcPts val="0"/>
              </a:spcAft>
              <a:buClr>
                <a:schemeClr val="dk1"/>
              </a:buClr>
              <a:buSzPts val="2000"/>
              <a:buChar char="■"/>
            </a:pPr>
            <a:r>
              <a:rPr lang="en-US"/>
              <a:t>Suppose the instantaneous value of the current through a coil having inductance L henrys and negligible resistance to be represented by</a:t>
            </a:r>
            <a:endParaRPr/>
          </a:p>
          <a:p>
            <a:pPr marL="384048" lvl="0" indent="-257048" algn="just" rtl="0">
              <a:lnSpc>
                <a:spcPct val="100000"/>
              </a:lnSpc>
              <a:spcBef>
                <a:spcPts val="1200"/>
              </a:spcBef>
              <a:spcAft>
                <a:spcPts val="0"/>
              </a:spcAft>
              <a:buClr>
                <a:schemeClr val="dk1"/>
              </a:buClr>
              <a:buSzPts val="2000"/>
              <a:buNone/>
            </a:pPr>
            <a:endParaRPr/>
          </a:p>
          <a:p>
            <a:pPr marL="384048" lvl="0" indent="-257048" algn="just" rtl="0">
              <a:lnSpc>
                <a:spcPct val="100000"/>
              </a:lnSpc>
              <a:spcBef>
                <a:spcPts val="1200"/>
              </a:spcBef>
              <a:spcAft>
                <a:spcPts val="0"/>
              </a:spcAft>
              <a:buClr>
                <a:schemeClr val="dk1"/>
              </a:buClr>
              <a:buSzPts val="2000"/>
              <a:buNone/>
            </a:pPr>
            <a:endParaRPr/>
          </a:p>
          <a:p>
            <a:pPr marL="0" lvl="0" indent="0" algn="just" rtl="0">
              <a:lnSpc>
                <a:spcPct val="100000"/>
              </a:lnSpc>
              <a:spcBef>
                <a:spcPts val="1200"/>
              </a:spcBef>
              <a:spcAft>
                <a:spcPts val="0"/>
              </a:spcAft>
              <a:buClr>
                <a:schemeClr val="dk1"/>
              </a:buClr>
              <a:buSzPts val="2000"/>
              <a:buNone/>
            </a:pPr>
            <a:r>
              <a:rPr lang="en-US"/>
              <a:t>	where t is the time, in seconds, after the current has passed through zero from negative to positive values</a:t>
            </a:r>
            <a:endParaRPr/>
          </a:p>
          <a:p>
            <a:pPr marL="384048" lvl="0" indent="-384048" algn="just" rtl="0">
              <a:lnSpc>
                <a:spcPct val="100000"/>
              </a:lnSpc>
              <a:spcBef>
                <a:spcPts val="1200"/>
              </a:spcBef>
              <a:spcAft>
                <a:spcPts val="0"/>
              </a:spcAft>
              <a:buClr>
                <a:schemeClr val="dk1"/>
              </a:buClr>
              <a:buSzPts val="2000"/>
              <a:buChar char="■"/>
            </a:pPr>
            <a:r>
              <a:rPr lang="en-US"/>
              <a:t>Suppose the current to increase by di amperes in dt seconds, then instantaneous value of induced e.m.f. is</a:t>
            </a:r>
            <a:endParaRPr/>
          </a:p>
        </p:txBody>
      </p:sp>
      <p:pic>
        <p:nvPicPr>
          <p:cNvPr id="348" name="Google Shape;348;p25"/>
          <p:cNvPicPr preferRelativeResize="0"/>
          <p:nvPr/>
        </p:nvPicPr>
        <p:blipFill rotWithShape="1">
          <a:blip r:embed="rId3">
            <a:alphaModFix/>
          </a:blip>
          <a:srcRect l="37750" t="35200" r="37675" b="56756"/>
          <a:stretch/>
        </p:blipFill>
        <p:spPr>
          <a:xfrm>
            <a:off x="3904488" y="1827275"/>
            <a:ext cx="4059936" cy="747557"/>
          </a:xfrm>
          <a:prstGeom prst="rect">
            <a:avLst/>
          </a:prstGeom>
          <a:noFill/>
          <a:ln>
            <a:noFill/>
          </a:ln>
        </p:spPr>
      </p:pic>
      <p:pic>
        <p:nvPicPr>
          <p:cNvPr id="349" name="Google Shape;349;p25"/>
          <p:cNvPicPr preferRelativeResize="0"/>
          <p:nvPr/>
        </p:nvPicPr>
        <p:blipFill rotWithShape="1">
          <a:blip r:embed="rId4">
            <a:alphaModFix/>
          </a:blip>
          <a:srcRect l="42450" t="41867" r="29725" b="18000"/>
          <a:stretch/>
        </p:blipFill>
        <p:spPr>
          <a:xfrm>
            <a:off x="3939340" y="4048661"/>
            <a:ext cx="3392424" cy="2413278"/>
          </a:xfrm>
          <a:prstGeom prst="rect">
            <a:avLst/>
          </a:prstGeom>
          <a:noFill/>
          <a:ln>
            <a:noFill/>
          </a:ln>
        </p:spPr>
      </p:pic>
      <p:sp>
        <p:nvSpPr>
          <p:cNvPr id="350" name="Google Shape;350;p25"/>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351" name="Google Shape;351;p25"/>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352" name="Google Shape;352;p25"/>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
        <p:nvSpPr>
          <p:cNvPr id="353" name="Google Shape;353;p25"/>
          <p:cNvSpPr/>
          <p:nvPr/>
        </p:nvSpPr>
        <p:spPr>
          <a:xfrm>
            <a:off x="3167270" y="5287617"/>
            <a:ext cx="772070" cy="291548"/>
          </a:xfrm>
          <a:prstGeom prst="rightArrow">
            <a:avLst>
              <a:gd name="adj1" fmla="val 50000"/>
              <a:gd name="adj2" fmla="val 50000"/>
            </a:avLst>
          </a:prstGeom>
          <a:solidFill>
            <a:schemeClr val="accent1"/>
          </a:solidFill>
          <a:ln w="34925" cap="flat" cmpd="sng">
            <a:solidFill>
              <a:srgbClr val="0A519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26"/>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endParaRPr/>
          </a:p>
        </p:txBody>
      </p:sp>
      <p:sp>
        <p:nvSpPr>
          <p:cNvPr id="359" name="Google Shape;359;p26"/>
          <p:cNvSpPr txBox="1">
            <a:spLocks noGrp="1"/>
          </p:cNvSpPr>
          <p:nvPr>
            <p:ph type="body" idx="1"/>
          </p:nvPr>
        </p:nvSpPr>
        <p:spPr>
          <a:xfrm>
            <a:off x="1120588" y="1129553"/>
            <a:ext cx="10533530" cy="5414682"/>
          </a:xfrm>
          <a:prstGeom prst="rect">
            <a:avLst/>
          </a:prstGeom>
          <a:noFill/>
          <a:ln>
            <a:noFill/>
          </a:ln>
        </p:spPr>
        <p:txBody>
          <a:bodyPr spcFirstLastPara="1" wrap="square" lIns="91425" tIns="45700" rIns="91425" bIns="45700" anchor="t" anchorCtr="0">
            <a:normAutofit/>
          </a:bodyPr>
          <a:lstStyle/>
          <a:p>
            <a:pPr marL="384048" lvl="0" indent="-384048" algn="just" rtl="0">
              <a:lnSpc>
                <a:spcPct val="94000"/>
              </a:lnSpc>
              <a:spcBef>
                <a:spcPts val="0"/>
              </a:spcBef>
              <a:spcAft>
                <a:spcPts val="0"/>
              </a:spcAft>
              <a:buClr>
                <a:schemeClr val="dk1"/>
              </a:buClr>
              <a:buSzPts val="2800"/>
              <a:buChar char="■"/>
            </a:pPr>
            <a:r>
              <a:rPr lang="en-US" sz="2800"/>
              <a:t>"The direction of an induced current is such that it opposes the change in magnetic flux that produced it.“</a:t>
            </a:r>
            <a:endParaRPr/>
          </a:p>
          <a:p>
            <a:pPr marL="384048" lvl="0" indent="-384048" algn="ctr" rtl="0">
              <a:lnSpc>
                <a:spcPct val="94000"/>
              </a:lnSpc>
              <a:spcBef>
                <a:spcPts val="1200"/>
              </a:spcBef>
              <a:spcAft>
                <a:spcPts val="0"/>
              </a:spcAft>
              <a:buClr>
                <a:schemeClr val="dk1"/>
              </a:buClr>
              <a:buSzPts val="2800"/>
              <a:buChar char="■"/>
            </a:pPr>
            <a:r>
              <a:rPr lang="en-US" sz="2800"/>
              <a:t>Induced </a:t>
            </a:r>
            <a:r>
              <a:rPr lang="en-US" sz="4000" b="1"/>
              <a:t>EMF=−</a:t>
            </a:r>
            <a:r>
              <a:rPr lang="en-US" sz="4000" b="1" i="1">
                <a:solidFill>
                  <a:srgbClr val="0D0D0D"/>
                </a:solidFill>
                <a:latin typeface="Arial"/>
                <a:ea typeface="Arial"/>
                <a:cs typeface="Arial"/>
                <a:sym typeface="Arial"/>
              </a:rPr>
              <a:t>d</a:t>
            </a:r>
            <a:r>
              <a:rPr lang="en-US" sz="4000" b="1" i="0">
                <a:solidFill>
                  <a:srgbClr val="0D0D0D"/>
                </a:solidFill>
                <a:latin typeface="Arial"/>
                <a:ea typeface="Arial"/>
                <a:cs typeface="Arial"/>
                <a:sym typeface="Arial"/>
              </a:rPr>
              <a:t>Φ/dt​</a:t>
            </a:r>
            <a:br>
              <a:rPr lang="en-US" sz="4000" b="1" i="0">
                <a:solidFill>
                  <a:srgbClr val="0D0D0D"/>
                </a:solidFill>
                <a:latin typeface="Arial"/>
                <a:ea typeface="Arial"/>
                <a:cs typeface="Arial"/>
                <a:sym typeface="Arial"/>
              </a:rPr>
            </a:br>
            <a:endParaRPr sz="4000" b="1" i="0">
              <a:solidFill>
                <a:srgbClr val="0D0D0D"/>
              </a:solidFill>
              <a:latin typeface="Arial"/>
              <a:ea typeface="Arial"/>
              <a:cs typeface="Arial"/>
              <a:sym typeface="Arial"/>
            </a:endParaRPr>
          </a:p>
          <a:p>
            <a:pPr marL="384048" lvl="0" indent="-384048" algn="l" rtl="0">
              <a:lnSpc>
                <a:spcPct val="94000"/>
              </a:lnSpc>
              <a:spcBef>
                <a:spcPts val="1200"/>
              </a:spcBef>
              <a:spcAft>
                <a:spcPts val="0"/>
              </a:spcAft>
              <a:buClr>
                <a:schemeClr val="dk1"/>
              </a:buClr>
              <a:buSzPts val="2800"/>
              <a:buChar char="■"/>
            </a:pPr>
            <a:r>
              <a:rPr lang="en-US" sz="2800" b="1"/>
              <a:t>The negative sign indicates that the induced EMF opposes the change in magnetic flux. </a:t>
            </a:r>
            <a:endParaRPr/>
          </a:p>
        </p:txBody>
      </p:sp>
      <p:sp>
        <p:nvSpPr>
          <p:cNvPr id="360" name="Google Shape;360;p26"/>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361" name="Google Shape;361;p26"/>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362" name="Google Shape;362;p26"/>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pic>
        <p:nvPicPr>
          <p:cNvPr id="367" name="Google Shape;367;p27"/>
          <p:cNvPicPr preferRelativeResize="0"/>
          <p:nvPr/>
        </p:nvPicPr>
        <p:blipFill rotWithShape="1">
          <a:blip r:embed="rId3">
            <a:alphaModFix/>
          </a:blip>
          <a:srcRect/>
          <a:stretch/>
        </p:blipFill>
        <p:spPr>
          <a:xfrm>
            <a:off x="1266825" y="1456160"/>
            <a:ext cx="5188839" cy="1811488"/>
          </a:xfrm>
          <a:prstGeom prst="rect">
            <a:avLst/>
          </a:prstGeom>
          <a:noFill/>
          <a:ln>
            <a:noFill/>
          </a:ln>
        </p:spPr>
      </p:pic>
      <p:sp>
        <p:nvSpPr>
          <p:cNvPr id="368" name="Google Shape;368;p27"/>
          <p:cNvSpPr txBox="1">
            <a:spLocks noGrp="1"/>
          </p:cNvSpPr>
          <p:nvPr>
            <p:ph type="title"/>
          </p:nvPr>
        </p:nvSpPr>
        <p:spPr>
          <a:xfrm>
            <a:off x="1120775" y="247650"/>
            <a:ext cx="10533063"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Current and voltage in an inductive circuit</a:t>
            </a:r>
            <a:endParaRPr/>
          </a:p>
        </p:txBody>
      </p:sp>
      <p:pic>
        <p:nvPicPr>
          <p:cNvPr id="369" name="Google Shape;369;p27"/>
          <p:cNvPicPr preferRelativeResize="0"/>
          <p:nvPr/>
        </p:nvPicPr>
        <p:blipFill rotWithShape="1">
          <a:blip r:embed="rId4">
            <a:alphaModFix/>
          </a:blip>
          <a:srcRect/>
          <a:stretch/>
        </p:blipFill>
        <p:spPr>
          <a:xfrm>
            <a:off x="7074016" y="1304702"/>
            <a:ext cx="3608840" cy="1988840"/>
          </a:xfrm>
          <a:prstGeom prst="rect">
            <a:avLst/>
          </a:prstGeom>
          <a:noFill/>
          <a:ln>
            <a:noFill/>
          </a:ln>
        </p:spPr>
      </p:pic>
      <p:sp>
        <p:nvSpPr>
          <p:cNvPr id="370" name="Google Shape;370;p27"/>
          <p:cNvSpPr txBox="1"/>
          <p:nvPr/>
        </p:nvSpPr>
        <p:spPr>
          <a:xfrm>
            <a:off x="1380745" y="4048661"/>
            <a:ext cx="10433304" cy="788515"/>
          </a:xfrm>
          <a:prstGeom prst="rect">
            <a:avLst/>
          </a:prstGeom>
          <a:noFill/>
          <a:ln>
            <a:noFill/>
          </a:ln>
        </p:spPr>
        <p:txBody>
          <a:bodyPr spcFirstLastPara="1" wrap="square" lIns="91425" tIns="45700" rIns="91425" bIns="45700" anchor="t" anchorCtr="0">
            <a:normAutofit/>
          </a:bodyPr>
          <a:lstStyle/>
          <a:p>
            <a:pPr marL="384048" marR="0" lvl="0" indent="-384048" algn="just" rtl="0">
              <a:lnSpc>
                <a:spcPct val="100000"/>
              </a:lnSpc>
              <a:spcBef>
                <a:spcPts val="0"/>
              </a:spcBef>
              <a:spcAft>
                <a:spcPts val="0"/>
              </a:spcAft>
              <a:buClr>
                <a:schemeClr val="dk1"/>
              </a:buClr>
              <a:buSzPts val="2000"/>
              <a:buFont typeface="Libre Franklin"/>
              <a:buChar char="■"/>
            </a:pPr>
            <a:r>
              <a:rPr lang="en-US" sz="2000">
                <a:solidFill>
                  <a:schemeClr val="dk1"/>
                </a:solidFill>
                <a:latin typeface="Calibri"/>
                <a:ea typeface="Calibri"/>
                <a:cs typeface="Calibri"/>
                <a:sym typeface="Calibri"/>
              </a:rPr>
              <a:t>Since the resistance of the circuit is assumed negligible, the whole of the applied voltage is equal to the induced e.m.f., </a:t>
            </a:r>
            <a:endParaRPr/>
          </a:p>
        </p:txBody>
      </p:sp>
      <p:pic>
        <p:nvPicPr>
          <p:cNvPr id="371" name="Google Shape;371;p27"/>
          <p:cNvPicPr preferRelativeResize="0"/>
          <p:nvPr/>
        </p:nvPicPr>
        <p:blipFill rotWithShape="1">
          <a:blip r:embed="rId5">
            <a:alphaModFix/>
          </a:blip>
          <a:srcRect l="36375" t="28800" r="37225" b="52266"/>
          <a:stretch/>
        </p:blipFill>
        <p:spPr>
          <a:xfrm>
            <a:off x="2267712" y="4837176"/>
            <a:ext cx="3943037" cy="1590657"/>
          </a:xfrm>
          <a:prstGeom prst="rect">
            <a:avLst/>
          </a:prstGeom>
          <a:noFill/>
          <a:ln>
            <a:noFill/>
          </a:ln>
        </p:spPr>
      </p:pic>
      <p:sp>
        <p:nvSpPr>
          <p:cNvPr id="372" name="Google Shape;372;p27"/>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373" name="Google Shape;373;p27"/>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374" name="Google Shape;374;p27"/>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pic>
        <p:nvPicPr>
          <p:cNvPr id="379" name="Google Shape;379;p28"/>
          <p:cNvPicPr preferRelativeResize="0"/>
          <p:nvPr/>
        </p:nvPicPr>
        <p:blipFill rotWithShape="1">
          <a:blip r:embed="rId3">
            <a:alphaModFix/>
          </a:blip>
          <a:srcRect l="31125" t="26533" r="12701" b="12534"/>
          <a:stretch/>
        </p:blipFill>
        <p:spPr>
          <a:xfrm>
            <a:off x="2097948" y="1552916"/>
            <a:ext cx="8274309" cy="4741446"/>
          </a:xfrm>
          <a:prstGeom prst="rect">
            <a:avLst/>
          </a:prstGeom>
          <a:noFill/>
          <a:ln>
            <a:noFill/>
          </a:ln>
        </p:spPr>
      </p:pic>
      <p:sp>
        <p:nvSpPr>
          <p:cNvPr id="380" name="Google Shape;380;p28"/>
          <p:cNvSpPr txBox="1">
            <a:spLocks noGrp="1"/>
          </p:cNvSpPr>
          <p:nvPr>
            <p:ph type="title"/>
          </p:nvPr>
        </p:nvSpPr>
        <p:spPr>
          <a:xfrm>
            <a:off x="1120775" y="247650"/>
            <a:ext cx="10533063"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Current and voltage in an inductive circuit</a:t>
            </a:r>
            <a:endParaRPr/>
          </a:p>
        </p:txBody>
      </p:sp>
      <p:sp>
        <p:nvSpPr>
          <p:cNvPr id="381" name="Google Shape;381;p28"/>
          <p:cNvSpPr txBox="1"/>
          <p:nvPr/>
        </p:nvSpPr>
        <p:spPr>
          <a:xfrm>
            <a:off x="1536192" y="1004054"/>
            <a:ext cx="739749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mbria"/>
                <a:ea typeface="Cambria"/>
                <a:cs typeface="Cambria"/>
                <a:sym typeface="Cambria"/>
              </a:rPr>
              <a:t>The maximum value Vm of the applied voltage is </a:t>
            </a:r>
            <a:r>
              <a:rPr lang="en-US" sz="2000" i="1">
                <a:solidFill>
                  <a:schemeClr val="dk1"/>
                </a:solidFill>
                <a:latin typeface="Cambria"/>
                <a:ea typeface="Cambria"/>
                <a:cs typeface="Cambria"/>
                <a:sym typeface="Cambria"/>
              </a:rPr>
              <a:t>2πfLI</a:t>
            </a:r>
            <a:r>
              <a:rPr lang="en-US" sz="2000" i="1" baseline="-25000">
                <a:solidFill>
                  <a:schemeClr val="dk1"/>
                </a:solidFill>
                <a:latin typeface="Cambria"/>
                <a:ea typeface="Cambria"/>
                <a:cs typeface="Cambria"/>
                <a:sym typeface="Cambria"/>
              </a:rPr>
              <a:t>m</a:t>
            </a:r>
            <a:r>
              <a:rPr lang="en-US" sz="2000">
                <a:solidFill>
                  <a:schemeClr val="dk1"/>
                </a:solidFill>
                <a:latin typeface="Cambria"/>
                <a:ea typeface="Cambria"/>
                <a:cs typeface="Cambria"/>
                <a:sym typeface="Cambria"/>
              </a:rPr>
              <a:t>, i.e.</a:t>
            </a:r>
            <a:endParaRPr sz="2000">
              <a:solidFill>
                <a:schemeClr val="dk1"/>
              </a:solidFill>
              <a:latin typeface="Cambria"/>
              <a:ea typeface="Cambria"/>
              <a:cs typeface="Cambria"/>
              <a:sym typeface="Cambria"/>
            </a:endParaRPr>
          </a:p>
        </p:txBody>
      </p:sp>
      <p:sp>
        <p:nvSpPr>
          <p:cNvPr id="382" name="Google Shape;382;p28"/>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383" name="Google Shape;383;p28"/>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384" name="Google Shape;384;p28"/>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88"/>
        <p:cNvGrpSpPr/>
        <p:nvPr/>
      </p:nvGrpSpPr>
      <p:grpSpPr>
        <a:xfrm>
          <a:off x="0" y="0"/>
          <a:ext cx="0" cy="0"/>
          <a:chOff x="0" y="0"/>
          <a:chExt cx="0" cy="0"/>
        </a:xfrm>
      </p:grpSpPr>
      <p:sp>
        <p:nvSpPr>
          <p:cNvPr id="389" name="Google Shape;389;p29"/>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Resistance and inductance in series</a:t>
            </a:r>
            <a:endParaRPr/>
          </a:p>
        </p:txBody>
      </p:sp>
      <p:sp>
        <p:nvSpPr>
          <p:cNvPr id="390" name="Google Shape;390;p29"/>
          <p:cNvSpPr txBox="1">
            <a:spLocks noGrp="1"/>
          </p:cNvSpPr>
          <p:nvPr>
            <p:ph type="body" idx="1"/>
          </p:nvPr>
        </p:nvSpPr>
        <p:spPr>
          <a:xfrm>
            <a:off x="1120588" y="1024128"/>
            <a:ext cx="10533530" cy="5520107"/>
          </a:xfrm>
          <a:prstGeom prst="rect">
            <a:avLst/>
          </a:prstGeom>
          <a:noFill/>
          <a:ln>
            <a:noFill/>
          </a:ln>
        </p:spPr>
        <p:txBody>
          <a:bodyPr spcFirstLastPara="1" wrap="square" lIns="91425" tIns="45700" rIns="91425" bIns="45700" anchor="t" anchorCtr="0">
            <a:normAutofit fontScale="92500" lnSpcReduction="10000"/>
          </a:bodyPr>
          <a:lstStyle/>
          <a:p>
            <a:pPr marL="384048" lvl="0" indent="-384048" algn="just" rtl="0">
              <a:lnSpc>
                <a:spcPct val="94000"/>
              </a:lnSpc>
              <a:spcBef>
                <a:spcPts val="0"/>
              </a:spcBef>
              <a:spcAft>
                <a:spcPts val="0"/>
              </a:spcAft>
              <a:buClr>
                <a:schemeClr val="dk1"/>
              </a:buClr>
              <a:buSzPct val="100000"/>
              <a:buChar char="■"/>
            </a:pPr>
            <a:r>
              <a:rPr lang="en-US"/>
              <a:t>Effect of Resistance and inductance connected in series.</a:t>
            </a:r>
            <a:endParaRPr/>
          </a:p>
          <a:p>
            <a:pPr marL="384048" lvl="0" indent="-266573" algn="just" rtl="0">
              <a:lnSpc>
                <a:spcPct val="94000"/>
              </a:lnSpc>
              <a:spcBef>
                <a:spcPts val="1200"/>
              </a:spcBef>
              <a:spcAft>
                <a:spcPts val="0"/>
              </a:spcAft>
              <a:buClr>
                <a:schemeClr val="dk1"/>
              </a:buClr>
              <a:buSzPct val="100000"/>
              <a:buNone/>
            </a:pPr>
            <a:endParaRPr/>
          </a:p>
          <a:p>
            <a:pPr marL="384048" lvl="0" indent="-266573" algn="just" rtl="0">
              <a:lnSpc>
                <a:spcPct val="94000"/>
              </a:lnSpc>
              <a:spcBef>
                <a:spcPts val="1200"/>
              </a:spcBef>
              <a:spcAft>
                <a:spcPts val="0"/>
              </a:spcAft>
              <a:buClr>
                <a:schemeClr val="dk1"/>
              </a:buClr>
              <a:buSzPct val="100000"/>
              <a:buNone/>
            </a:pPr>
            <a:endParaRPr/>
          </a:p>
          <a:p>
            <a:pPr marL="384048" lvl="0" indent="-266573" algn="just" rtl="0">
              <a:lnSpc>
                <a:spcPct val="94000"/>
              </a:lnSpc>
              <a:spcBef>
                <a:spcPts val="1200"/>
              </a:spcBef>
              <a:spcAft>
                <a:spcPts val="0"/>
              </a:spcAft>
              <a:buClr>
                <a:schemeClr val="dk1"/>
              </a:buClr>
              <a:buSzPct val="100000"/>
              <a:buNone/>
            </a:pPr>
            <a:endParaRPr/>
          </a:p>
          <a:p>
            <a:pPr marL="384048" lvl="0" indent="-266573" algn="just" rtl="0">
              <a:lnSpc>
                <a:spcPct val="94000"/>
              </a:lnSpc>
              <a:spcBef>
                <a:spcPts val="1200"/>
              </a:spcBef>
              <a:spcAft>
                <a:spcPts val="0"/>
              </a:spcAft>
              <a:buClr>
                <a:schemeClr val="dk1"/>
              </a:buClr>
              <a:buSzPct val="100000"/>
              <a:buNone/>
            </a:pPr>
            <a:endParaRPr/>
          </a:p>
          <a:p>
            <a:pPr marL="384048" lvl="0" indent="-266573" algn="just" rtl="0">
              <a:lnSpc>
                <a:spcPct val="94000"/>
              </a:lnSpc>
              <a:spcBef>
                <a:spcPts val="1200"/>
              </a:spcBef>
              <a:spcAft>
                <a:spcPts val="0"/>
              </a:spcAft>
              <a:buClr>
                <a:schemeClr val="dk1"/>
              </a:buClr>
              <a:buSzPct val="100000"/>
              <a:buNone/>
            </a:pPr>
            <a:endParaRPr/>
          </a:p>
          <a:p>
            <a:pPr marL="384048" lvl="0" indent="-266573" algn="just" rtl="0">
              <a:lnSpc>
                <a:spcPct val="94000"/>
              </a:lnSpc>
              <a:spcBef>
                <a:spcPts val="1200"/>
              </a:spcBef>
              <a:spcAft>
                <a:spcPts val="0"/>
              </a:spcAft>
              <a:buClr>
                <a:schemeClr val="dk1"/>
              </a:buClr>
              <a:buSzPct val="100000"/>
              <a:buNone/>
            </a:pPr>
            <a:endParaRPr/>
          </a:p>
          <a:p>
            <a:pPr marL="384048" lvl="0" indent="-266573" algn="just" rtl="0">
              <a:lnSpc>
                <a:spcPct val="94000"/>
              </a:lnSpc>
              <a:spcBef>
                <a:spcPts val="1200"/>
              </a:spcBef>
              <a:spcAft>
                <a:spcPts val="0"/>
              </a:spcAft>
              <a:buClr>
                <a:schemeClr val="dk1"/>
              </a:buClr>
              <a:buSzPct val="100000"/>
              <a:buNone/>
            </a:pPr>
            <a:endParaRPr/>
          </a:p>
          <a:p>
            <a:pPr marL="384048" lvl="0" indent="-266573" algn="just" rtl="0">
              <a:lnSpc>
                <a:spcPct val="94000"/>
              </a:lnSpc>
              <a:spcBef>
                <a:spcPts val="1200"/>
              </a:spcBef>
              <a:spcAft>
                <a:spcPts val="0"/>
              </a:spcAft>
              <a:buClr>
                <a:schemeClr val="dk1"/>
              </a:buClr>
              <a:buSzPct val="100000"/>
              <a:buNone/>
            </a:pPr>
            <a:endParaRPr/>
          </a:p>
          <a:p>
            <a:pPr marL="384048" lvl="0" indent="-266573" algn="just" rtl="0">
              <a:lnSpc>
                <a:spcPct val="94000"/>
              </a:lnSpc>
              <a:spcBef>
                <a:spcPts val="1200"/>
              </a:spcBef>
              <a:spcAft>
                <a:spcPts val="0"/>
              </a:spcAft>
              <a:buClr>
                <a:schemeClr val="dk1"/>
              </a:buClr>
              <a:buSzPct val="100000"/>
              <a:buNone/>
            </a:pPr>
            <a:endParaRPr/>
          </a:p>
          <a:p>
            <a:pPr marL="384048" lvl="0" indent="-266573" algn="just" rtl="0">
              <a:lnSpc>
                <a:spcPct val="94000"/>
              </a:lnSpc>
              <a:spcBef>
                <a:spcPts val="1200"/>
              </a:spcBef>
              <a:spcAft>
                <a:spcPts val="0"/>
              </a:spcAft>
              <a:buClr>
                <a:schemeClr val="dk1"/>
              </a:buClr>
              <a:buSzPct val="100000"/>
              <a:buNone/>
            </a:pPr>
            <a:endParaRPr/>
          </a:p>
          <a:p>
            <a:pPr marL="384048" lvl="0" indent="-266573" algn="just" rtl="0">
              <a:lnSpc>
                <a:spcPct val="94000"/>
              </a:lnSpc>
              <a:spcBef>
                <a:spcPts val="1200"/>
              </a:spcBef>
              <a:spcAft>
                <a:spcPts val="0"/>
              </a:spcAft>
              <a:buClr>
                <a:schemeClr val="dk1"/>
              </a:buClr>
              <a:buSzPct val="100000"/>
              <a:buNone/>
            </a:pPr>
            <a:endParaRPr/>
          </a:p>
          <a:p>
            <a:pPr marL="384048" lvl="0" indent="-266573" algn="just" rtl="0">
              <a:lnSpc>
                <a:spcPct val="94000"/>
              </a:lnSpc>
              <a:spcBef>
                <a:spcPts val="1200"/>
              </a:spcBef>
              <a:spcAft>
                <a:spcPts val="0"/>
              </a:spcAft>
              <a:buClr>
                <a:schemeClr val="dk1"/>
              </a:buClr>
              <a:buSzPct val="100000"/>
              <a:buNone/>
            </a:pPr>
            <a:endParaRPr/>
          </a:p>
          <a:p>
            <a:pPr marL="0" lvl="0" indent="0" algn="just" rtl="0">
              <a:lnSpc>
                <a:spcPct val="94000"/>
              </a:lnSpc>
              <a:spcBef>
                <a:spcPts val="1200"/>
              </a:spcBef>
              <a:spcAft>
                <a:spcPts val="0"/>
              </a:spcAft>
              <a:buClr>
                <a:schemeClr val="dk1"/>
              </a:buClr>
              <a:buSzPct val="100000"/>
              <a:buNone/>
            </a:pPr>
            <a:r>
              <a:rPr lang="en-US"/>
              <a:t>	(a) Circuit diagram;  (b) phasor diagram; (c) instantaneous phasor diagram; (d) wave diagram</a:t>
            </a:r>
            <a:endParaRPr/>
          </a:p>
        </p:txBody>
      </p:sp>
      <p:pic>
        <p:nvPicPr>
          <p:cNvPr id="391" name="Google Shape;391;p29"/>
          <p:cNvPicPr preferRelativeResize="0"/>
          <p:nvPr/>
        </p:nvPicPr>
        <p:blipFill rotWithShape="1">
          <a:blip r:embed="rId3">
            <a:alphaModFix/>
          </a:blip>
          <a:srcRect l="23700" t="26001" r="7901" b="19866"/>
          <a:stretch/>
        </p:blipFill>
        <p:spPr>
          <a:xfrm>
            <a:off x="1287940" y="1514048"/>
            <a:ext cx="10198822" cy="4540265"/>
          </a:xfrm>
          <a:prstGeom prst="rect">
            <a:avLst/>
          </a:prstGeom>
          <a:noFill/>
          <a:ln>
            <a:noFill/>
          </a:ln>
        </p:spPr>
      </p:pic>
      <p:sp>
        <p:nvSpPr>
          <p:cNvPr id="392" name="Google Shape;392;p29"/>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393" name="Google Shape;393;p29"/>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394" name="Google Shape;394;p29"/>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pic>
        <p:nvPicPr>
          <p:cNvPr id="395" name="Google Shape;395;p29"/>
          <p:cNvPicPr preferRelativeResize="0"/>
          <p:nvPr/>
        </p:nvPicPr>
        <p:blipFill rotWithShape="1">
          <a:blip r:embed="rId4">
            <a:alphaModFix/>
          </a:blip>
          <a:srcRect/>
          <a:stretch/>
        </p:blipFill>
        <p:spPr>
          <a:xfrm>
            <a:off x="7297093" y="803687"/>
            <a:ext cx="4524375" cy="19145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9"/>
        <p:cNvGrpSpPr/>
        <p:nvPr/>
      </p:nvGrpSpPr>
      <p:grpSpPr>
        <a:xfrm>
          <a:off x="0" y="0"/>
          <a:ext cx="0" cy="0"/>
          <a:chOff x="0" y="0"/>
          <a:chExt cx="0" cy="0"/>
        </a:xfrm>
      </p:grpSpPr>
      <p:pic>
        <p:nvPicPr>
          <p:cNvPr id="400" name="Google Shape;400;p30"/>
          <p:cNvPicPr preferRelativeResize="0">
            <a:picLocks noGrp="1"/>
          </p:cNvPicPr>
          <p:nvPr>
            <p:ph type="body" idx="1"/>
          </p:nvPr>
        </p:nvPicPr>
        <p:blipFill rotWithShape="1">
          <a:blip r:embed="rId3">
            <a:alphaModFix/>
          </a:blip>
          <a:srcRect l="37409" t="39866" r="28101" b="36591"/>
          <a:stretch/>
        </p:blipFill>
        <p:spPr>
          <a:xfrm>
            <a:off x="3586248" y="1531220"/>
            <a:ext cx="4139165" cy="1589245"/>
          </a:xfrm>
          <a:prstGeom prst="rect">
            <a:avLst/>
          </a:prstGeom>
          <a:noFill/>
          <a:ln>
            <a:noFill/>
          </a:ln>
        </p:spPr>
      </p:pic>
      <p:pic>
        <p:nvPicPr>
          <p:cNvPr id="401" name="Google Shape;401;p30"/>
          <p:cNvPicPr preferRelativeResize="0"/>
          <p:nvPr/>
        </p:nvPicPr>
        <p:blipFill rotWithShape="1">
          <a:blip r:embed="rId4">
            <a:alphaModFix/>
          </a:blip>
          <a:srcRect l="32025" t="22400" r="38500" b="35592"/>
          <a:stretch/>
        </p:blipFill>
        <p:spPr>
          <a:xfrm>
            <a:off x="2004813" y="3035019"/>
            <a:ext cx="4382305" cy="3513137"/>
          </a:xfrm>
          <a:prstGeom prst="rect">
            <a:avLst/>
          </a:prstGeom>
          <a:noFill/>
          <a:ln>
            <a:noFill/>
          </a:ln>
        </p:spPr>
      </p:pic>
      <p:sp>
        <p:nvSpPr>
          <p:cNvPr id="402" name="Google Shape;402;p30"/>
          <p:cNvSpPr txBox="1"/>
          <p:nvPr/>
        </p:nvSpPr>
        <p:spPr>
          <a:xfrm>
            <a:off x="1120587" y="867547"/>
            <a:ext cx="10533529"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The current is taken as reference since it is common to all the elements of a series circuit. The circuit voltage may then be derived from the following relations:</a:t>
            </a:r>
            <a:endParaRPr sz="1800">
              <a:solidFill>
                <a:schemeClr val="dk1"/>
              </a:solidFill>
              <a:latin typeface="Calibri"/>
              <a:ea typeface="Calibri"/>
              <a:cs typeface="Calibri"/>
              <a:sym typeface="Calibri"/>
            </a:endParaRPr>
          </a:p>
        </p:txBody>
      </p:sp>
      <p:sp>
        <p:nvSpPr>
          <p:cNvPr id="403" name="Google Shape;403;p30"/>
          <p:cNvSpPr txBox="1"/>
          <p:nvPr/>
        </p:nvSpPr>
        <p:spPr>
          <a:xfrm>
            <a:off x="1650612" y="3120465"/>
            <a:ext cx="16002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Also,</a:t>
            </a:r>
            <a:endParaRPr/>
          </a:p>
        </p:txBody>
      </p:sp>
      <p:sp>
        <p:nvSpPr>
          <p:cNvPr id="404" name="Google Shape;404;p30"/>
          <p:cNvSpPr txBox="1"/>
          <p:nvPr/>
        </p:nvSpPr>
        <p:spPr>
          <a:xfrm>
            <a:off x="7382503" y="3748028"/>
            <a:ext cx="4414266" cy="2862322"/>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Here Z is termed the impedance of the circuit. </a:t>
            </a:r>
            <a:endParaRPr/>
          </a:p>
          <a:p>
            <a:pPr marL="285750" marR="0" lvl="0" indent="-285750" algn="just"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However, for any given frequency, the impedance is constant and hence Ohm’s law also applies to a.c. circuit analysis.</a:t>
            </a:r>
            <a:endParaRPr/>
          </a:p>
          <a:p>
            <a:pPr marL="285750" marR="0" lvl="0" indent="-158750" algn="just" rtl="0">
              <a:spcBef>
                <a:spcPts val="0"/>
              </a:spcBef>
              <a:spcAft>
                <a:spcPts val="0"/>
              </a:spcAft>
              <a:buClr>
                <a:schemeClr val="dk1"/>
              </a:buClr>
              <a:buSzPts val="2000"/>
              <a:buFont typeface="Arial"/>
              <a:buNone/>
            </a:pPr>
            <a:endParaRPr sz="2000">
              <a:solidFill>
                <a:schemeClr val="dk1"/>
              </a:solidFill>
              <a:latin typeface="Calibri"/>
              <a:ea typeface="Calibri"/>
              <a:cs typeface="Calibri"/>
              <a:sym typeface="Calibri"/>
            </a:endParaRPr>
          </a:p>
          <a:p>
            <a:pPr marL="285750" marR="0" lvl="0" indent="-285750" algn="just"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Impedance Symbol: Z </a:t>
            </a:r>
            <a:endParaRPr/>
          </a:p>
          <a:p>
            <a:pPr marL="285750" marR="0" lvl="0" indent="-285750" algn="just"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Unit: ohm (Ω)</a:t>
            </a:r>
            <a:endParaRPr sz="2000">
              <a:solidFill>
                <a:schemeClr val="dk1"/>
              </a:solidFill>
              <a:latin typeface="Calibri"/>
              <a:ea typeface="Calibri"/>
              <a:cs typeface="Calibri"/>
              <a:sym typeface="Calibri"/>
            </a:endParaRPr>
          </a:p>
        </p:txBody>
      </p:sp>
      <p:sp>
        <p:nvSpPr>
          <p:cNvPr id="405" name="Google Shape;405;p30"/>
          <p:cNvSpPr txBox="1">
            <a:spLocks noGrp="1"/>
          </p:cNvSpPr>
          <p:nvPr>
            <p:ph type="title"/>
          </p:nvPr>
        </p:nvSpPr>
        <p:spPr>
          <a:xfrm>
            <a:off x="1120587" y="247650"/>
            <a:ext cx="10533063" cy="465138"/>
          </a:xfrm>
          <a:prstGeom prst="rect">
            <a:avLst/>
          </a:prstGeom>
          <a:noFill/>
          <a:ln>
            <a:noFill/>
          </a:ln>
        </p:spPr>
        <p:txBody>
          <a:bodyPr spcFirstLastPara="1" wrap="square" lIns="91425" tIns="45700" rIns="91425" bIns="45700" anchor="t" anchorCtr="0">
            <a:normAutofit fontScale="90000"/>
          </a:bodyPr>
          <a:lstStyle/>
          <a:p>
            <a:pPr marL="0" lvl="0" indent="0" algn="l" rtl="0">
              <a:lnSpc>
                <a:spcPct val="89000"/>
              </a:lnSpc>
              <a:spcBef>
                <a:spcPts val="0"/>
              </a:spcBef>
              <a:spcAft>
                <a:spcPts val="0"/>
              </a:spcAft>
              <a:buClr>
                <a:schemeClr val="dk2"/>
              </a:buClr>
              <a:buSzPct val="100000"/>
              <a:buFont typeface="Cambria"/>
              <a:buNone/>
            </a:pPr>
            <a:r>
              <a:rPr lang="en-US"/>
              <a:t>Resistance and inductance in series</a:t>
            </a:r>
            <a:endParaRPr/>
          </a:p>
        </p:txBody>
      </p:sp>
      <p:sp>
        <p:nvSpPr>
          <p:cNvPr id="406" name="Google Shape;406;p30"/>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407" name="Google Shape;407;p30"/>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408" name="Google Shape;408;p30"/>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pic>
        <p:nvPicPr>
          <p:cNvPr id="413" name="Google Shape;413;p31"/>
          <p:cNvPicPr preferRelativeResize="0"/>
          <p:nvPr/>
        </p:nvPicPr>
        <p:blipFill rotWithShape="1">
          <a:blip r:embed="rId3">
            <a:alphaModFix/>
          </a:blip>
          <a:srcRect l="9192" t="29067" r="11200" b="16471"/>
          <a:stretch/>
        </p:blipFill>
        <p:spPr>
          <a:xfrm>
            <a:off x="1001715" y="2142616"/>
            <a:ext cx="11012796" cy="4237975"/>
          </a:xfrm>
          <a:prstGeom prst="rect">
            <a:avLst/>
          </a:prstGeom>
          <a:noFill/>
          <a:ln>
            <a:noFill/>
          </a:ln>
        </p:spPr>
      </p:pic>
      <p:pic>
        <p:nvPicPr>
          <p:cNvPr id="414" name="Google Shape;414;p31"/>
          <p:cNvPicPr preferRelativeResize="0"/>
          <p:nvPr/>
        </p:nvPicPr>
        <p:blipFill rotWithShape="1">
          <a:blip r:embed="rId4">
            <a:alphaModFix/>
          </a:blip>
          <a:srcRect l="35700" t="47600" r="39625" b="28933"/>
          <a:stretch/>
        </p:blipFill>
        <p:spPr>
          <a:xfrm>
            <a:off x="4392400" y="710106"/>
            <a:ext cx="3224022" cy="1724705"/>
          </a:xfrm>
          <a:prstGeom prst="rect">
            <a:avLst/>
          </a:prstGeom>
          <a:noFill/>
          <a:ln>
            <a:noFill/>
          </a:ln>
        </p:spPr>
      </p:pic>
      <p:sp>
        <p:nvSpPr>
          <p:cNvPr id="415" name="Google Shape;415;p31"/>
          <p:cNvSpPr txBox="1">
            <a:spLocks noGrp="1"/>
          </p:cNvSpPr>
          <p:nvPr>
            <p:ph type="title"/>
          </p:nvPr>
        </p:nvSpPr>
        <p:spPr>
          <a:xfrm>
            <a:off x="1120775" y="247650"/>
            <a:ext cx="10533063"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Resistance and inductance in series</a:t>
            </a:r>
            <a:endParaRPr/>
          </a:p>
        </p:txBody>
      </p:sp>
      <p:sp>
        <p:nvSpPr>
          <p:cNvPr id="416" name="Google Shape;416;p31"/>
          <p:cNvSpPr txBox="1"/>
          <p:nvPr/>
        </p:nvSpPr>
        <p:spPr>
          <a:xfrm>
            <a:off x="1255014" y="819835"/>
            <a:ext cx="609447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Phase angle is represented by φ.</a:t>
            </a:r>
            <a:endParaRPr sz="1800">
              <a:solidFill>
                <a:schemeClr val="dk1"/>
              </a:solidFill>
              <a:latin typeface="Calibri"/>
              <a:ea typeface="Calibri"/>
              <a:cs typeface="Calibri"/>
              <a:sym typeface="Calibri"/>
            </a:endParaRPr>
          </a:p>
        </p:txBody>
      </p:sp>
      <p:sp>
        <p:nvSpPr>
          <p:cNvPr id="417" name="Google Shape;417;p31"/>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418" name="Google Shape;418;p31"/>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419" name="Google Shape;419;p31"/>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pic>
        <p:nvPicPr>
          <p:cNvPr id="424" name="Google Shape;424;p32"/>
          <p:cNvPicPr preferRelativeResize="0">
            <a:picLocks noGrp="1"/>
          </p:cNvPicPr>
          <p:nvPr>
            <p:ph type="body" idx="1"/>
          </p:nvPr>
        </p:nvPicPr>
        <p:blipFill rotWithShape="1">
          <a:blip r:embed="rId3">
            <a:alphaModFix/>
          </a:blip>
          <a:srcRect l="9664" t="17802" r="11759" b="18855"/>
          <a:stretch/>
        </p:blipFill>
        <p:spPr>
          <a:xfrm>
            <a:off x="909595" y="1234440"/>
            <a:ext cx="11111232" cy="5038345"/>
          </a:xfrm>
          <a:prstGeom prst="rect">
            <a:avLst/>
          </a:prstGeom>
          <a:noFill/>
          <a:ln>
            <a:noFill/>
          </a:ln>
        </p:spPr>
      </p:pic>
      <p:sp>
        <p:nvSpPr>
          <p:cNvPr id="425" name="Google Shape;425;p32"/>
          <p:cNvSpPr txBox="1">
            <a:spLocks noGrp="1"/>
          </p:cNvSpPr>
          <p:nvPr>
            <p:ph type="title"/>
          </p:nvPr>
        </p:nvSpPr>
        <p:spPr>
          <a:xfrm>
            <a:off x="1120775" y="247650"/>
            <a:ext cx="10533063"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Example 4</a:t>
            </a:r>
            <a:endParaRPr/>
          </a:p>
        </p:txBody>
      </p:sp>
      <p:sp>
        <p:nvSpPr>
          <p:cNvPr id="426" name="Google Shape;426;p32"/>
          <p:cNvSpPr txBox="1"/>
          <p:nvPr/>
        </p:nvSpPr>
        <p:spPr>
          <a:xfrm>
            <a:off x="1929384" y="1234440"/>
            <a:ext cx="2157984" cy="666750"/>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7" name="Google Shape;427;p32"/>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428" name="Google Shape;428;p32"/>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429" name="Google Shape;429;p32"/>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33"/>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Alternating current in a capacitive circuit</a:t>
            </a:r>
            <a:endParaRPr/>
          </a:p>
        </p:txBody>
      </p:sp>
      <p:sp>
        <p:nvSpPr>
          <p:cNvPr id="435" name="Google Shape;435;p33"/>
          <p:cNvSpPr txBox="1">
            <a:spLocks noGrp="1"/>
          </p:cNvSpPr>
          <p:nvPr>
            <p:ph type="body" idx="1"/>
          </p:nvPr>
        </p:nvSpPr>
        <p:spPr>
          <a:xfrm>
            <a:off x="1120588" y="1129553"/>
            <a:ext cx="10533530" cy="5414682"/>
          </a:xfrm>
          <a:prstGeom prst="rect">
            <a:avLst/>
          </a:prstGeom>
          <a:noFill/>
          <a:ln>
            <a:noFill/>
          </a:ln>
        </p:spPr>
        <p:txBody>
          <a:bodyPr spcFirstLastPara="1" wrap="square" lIns="91425" tIns="45700" rIns="91425" bIns="45700" anchor="t" anchorCtr="0">
            <a:normAutofit/>
          </a:bodyPr>
          <a:lstStyle/>
          <a:p>
            <a:pPr marL="384048" lvl="0" indent="-384048" algn="just" rtl="0">
              <a:lnSpc>
                <a:spcPct val="94000"/>
              </a:lnSpc>
              <a:spcBef>
                <a:spcPts val="0"/>
              </a:spcBef>
              <a:spcAft>
                <a:spcPts val="0"/>
              </a:spcAft>
              <a:buClr>
                <a:schemeClr val="dk1"/>
              </a:buClr>
              <a:buSzPts val="2000"/>
              <a:buChar char="■"/>
            </a:pPr>
            <a:r>
              <a:rPr lang="en-US"/>
              <a:t>Figure shows a capacitor C connected in series with an ammeter A across the terminals of an a.c. source; </a:t>
            </a:r>
            <a:endParaRPr/>
          </a:p>
          <a:p>
            <a:pPr marL="384048" lvl="0" indent="-384048" algn="just" rtl="0">
              <a:lnSpc>
                <a:spcPct val="94000"/>
              </a:lnSpc>
              <a:spcBef>
                <a:spcPts val="1200"/>
              </a:spcBef>
              <a:spcAft>
                <a:spcPts val="0"/>
              </a:spcAft>
              <a:buClr>
                <a:schemeClr val="dk1"/>
              </a:buClr>
              <a:buSzPts val="2000"/>
              <a:buChar char="■"/>
            </a:pPr>
            <a:r>
              <a:rPr lang="en-US"/>
              <a:t>The alternating voltage applied to C is positive when it makes plate D positive relative to plate E.</a:t>
            </a:r>
            <a:endParaRPr/>
          </a:p>
          <a:p>
            <a:pPr marL="384048" lvl="0" indent="-384048" algn="just" rtl="0">
              <a:lnSpc>
                <a:spcPct val="94000"/>
              </a:lnSpc>
              <a:spcBef>
                <a:spcPts val="1200"/>
              </a:spcBef>
              <a:spcAft>
                <a:spcPts val="0"/>
              </a:spcAft>
              <a:buClr>
                <a:schemeClr val="dk1"/>
              </a:buClr>
              <a:buSzPts val="2000"/>
              <a:buChar char="■"/>
            </a:pPr>
            <a:r>
              <a:rPr lang="en-US"/>
              <a:t>If the capacitance is C farads, the charging current i is given by</a:t>
            </a:r>
            <a:endParaRPr/>
          </a:p>
          <a:p>
            <a:pPr marL="0" lvl="0" indent="0" algn="l" rtl="0">
              <a:lnSpc>
                <a:spcPct val="94000"/>
              </a:lnSpc>
              <a:spcBef>
                <a:spcPts val="1200"/>
              </a:spcBef>
              <a:spcAft>
                <a:spcPts val="0"/>
              </a:spcAft>
              <a:buClr>
                <a:schemeClr val="dk1"/>
              </a:buClr>
              <a:buSzPts val="2000"/>
              <a:buNone/>
            </a:pPr>
            <a:r>
              <a:rPr lang="en-US" b="0" i="1" u="none" strike="noStrike">
                <a:latin typeface="Arial"/>
                <a:ea typeface="Arial"/>
                <a:cs typeface="Arial"/>
                <a:sym typeface="Arial"/>
              </a:rPr>
              <a:t>		i </a:t>
            </a:r>
            <a:r>
              <a:rPr lang="en-US" b="0" i="0" u="none" strike="noStrike">
                <a:latin typeface="Noto Sans Symbols"/>
                <a:ea typeface="Noto Sans Symbols"/>
                <a:cs typeface="Noto Sans Symbols"/>
                <a:sym typeface="Noto Sans Symbols"/>
              </a:rPr>
              <a:t>= </a:t>
            </a:r>
            <a:r>
              <a:rPr lang="en-US" b="0" i="1" u="none" strike="noStrike">
                <a:latin typeface="Arial"/>
                <a:ea typeface="Arial"/>
                <a:cs typeface="Arial"/>
                <a:sym typeface="Arial"/>
              </a:rPr>
              <a:t>C </a:t>
            </a:r>
            <a:r>
              <a:rPr lang="en-US" b="0" i="0" u="none" strike="noStrike">
                <a:latin typeface="Noto Sans Symbols"/>
                <a:ea typeface="Noto Sans Symbols"/>
                <a:cs typeface="Noto Sans Symbols"/>
                <a:sym typeface="Noto Sans Symbols"/>
              </a:rPr>
              <a:t>⋅ </a:t>
            </a:r>
            <a:r>
              <a:rPr lang="en-US" b="0" i="0" u="none" strike="noStrike">
                <a:latin typeface="Arial"/>
                <a:ea typeface="Arial"/>
                <a:cs typeface="Arial"/>
                <a:sym typeface="Arial"/>
              </a:rPr>
              <a:t>rate of change of p.d.</a:t>
            </a:r>
            <a:endParaRPr b="0" i="0" u="none" strike="noStrike">
              <a:latin typeface="Arial"/>
              <a:ea typeface="Arial"/>
              <a:cs typeface="Arial"/>
              <a:sym typeface="Arial"/>
            </a:endParaRPr>
          </a:p>
          <a:p>
            <a:pPr marL="384048" lvl="0" indent="-257048" algn="just" rtl="0">
              <a:lnSpc>
                <a:spcPct val="94000"/>
              </a:lnSpc>
              <a:spcBef>
                <a:spcPts val="1200"/>
              </a:spcBef>
              <a:spcAft>
                <a:spcPts val="0"/>
              </a:spcAft>
              <a:buClr>
                <a:schemeClr val="dk1"/>
              </a:buClr>
              <a:buSzPts val="2000"/>
              <a:buNone/>
            </a:pPr>
            <a:endParaRPr/>
          </a:p>
        </p:txBody>
      </p:sp>
      <p:pic>
        <p:nvPicPr>
          <p:cNvPr id="436" name="Google Shape;436;p33"/>
          <p:cNvPicPr preferRelativeResize="0"/>
          <p:nvPr/>
        </p:nvPicPr>
        <p:blipFill rotWithShape="1">
          <a:blip r:embed="rId3">
            <a:alphaModFix/>
          </a:blip>
          <a:srcRect l="7725" t="44533" r="70300" b="22133"/>
          <a:stretch/>
        </p:blipFill>
        <p:spPr>
          <a:xfrm>
            <a:off x="1402081" y="3243969"/>
            <a:ext cx="3867912" cy="3300266"/>
          </a:xfrm>
          <a:prstGeom prst="rect">
            <a:avLst/>
          </a:prstGeom>
          <a:noFill/>
          <a:ln>
            <a:noFill/>
          </a:ln>
        </p:spPr>
      </p:pic>
      <p:pic>
        <p:nvPicPr>
          <p:cNvPr id="437" name="Google Shape;437;p33"/>
          <p:cNvPicPr preferRelativeResize="0"/>
          <p:nvPr/>
        </p:nvPicPr>
        <p:blipFill rotWithShape="1">
          <a:blip r:embed="rId4">
            <a:alphaModFix/>
          </a:blip>
          <a:srcRect l="31200" t="41600" r="32800" b="12267"/>
          <a:stretch/>
        </p:blipFill>
        <p:spPr>
          <a:xfrm>
            <a:off x="6846546" y="2905104"/>
            <a:ext cx="4562669" cy="3288924"/>
          </a:xfrm>
          <a:prstGeom prst="rect">
            <a:avLst/>
          </a:prstGeom>
          <a:noFill/>
          <a:ln>
            <a:noFill/>
          </a:ln>
        </p:spPr>
      </p:pic>
      <p:sp>
        <p:nvSpPr>
          <p:cNvPr id="438" name="Google Shape;438;p33"/>
          <p:cNvSpPr txBox="1"/>
          <p:nvPr/>
        </p:nvSpPr>
        <p:spPr>
          <a:xfrm>
            <a:off x="7008643" y="5934670"/>
            <a:ext cx="423847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alibri"/>
                <a:ea typeface="Calibri"/>
                <a:cs typeface="Calibri"/>
                <a:sym typeface="Calibri"/>
              </a:rPr>
              <a:t>Fig. 10.18 </a:t>
            </a:r>
            <a:r>
              <a:rPr lang="en-US" sz="1800">
                <a:solidFill>
                  <a:schemeClr val="dk1"/>
                </a:solidFill>
                <a:latin typeface="Calibri"/>
                <a:ea typeface="Calibri"/>
                <a:cs typeface="Calibri"/>
                <a:sym typeface="Calibri"/>
              </a:rPr>
              <a:t>Voltage and current waveforms for a purely capacitive circuit</a:t>
            </a:r>
            <a:endParaRPr sz="1800">
              <a:solidFill>
                <a:schemeClr val="dk1"/>
              </a:solidFill>
              <a:latin typeface="Calibri"/>
              <a:ea typeface="Calibri"/>
              <a:cs typeface="Calibri"/>
              <a:sym typeface="Calibri"/>
            </a:endParaRPr>
          </a:p>
        </p:txBody>
      </p:sp>
      <p:sp>
        <p:nvSpPr>
          <p:cNvPr id="439" name="Google Shape;439;p33"/>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440" name="Google Shape;440;p33"/>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441" name="Google Shape;441;p33"/>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sp>
        <p:nvSpPr>
          <p:cNvPr id="442" name="Google Shape;442;p33"/>
          <p:cNvSpPr/>
          <p:nvPr/>
        </p:nvSpPr>
        <p:spPr>
          <a:xfrm>
            <a:off x="8110330" y="3034748"/>
            <a:ext cx="371061" cy="795130"/>
          </a:xfrm>
          <a:prstGeom prst="downArrow">
            <a:avLst>
              <a:gd name="adj1" fmla="val 50000"/>
              <a:gd name="adj2" fmla="val 50000"/>
            </a:avLst>
          </a:prstGeom>
          <a:solidFill>
            <a:schemeClr val="accent1"/>
          </a:solidFill>
          <a:ln w="34925" cap="flat" cmpd="sng">
            <a:solidFill>
              <a:srgbClr val="0A519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34"/>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Current and voltage in a capacitive circuit</a:t>
            </a:r>
            <a:endParaRPr/>
          </a:p>
        </p:txBody>
      </p:sp>
      <p:pic>
        <p:nvPicPr>
          <p:cNvPr id="448" name="Google Shape;448;p34"/>
          <p:cNvPicPr preferRelativeResize="0">
            <a:picLocks noGrp="1"/>
          </p:cNvPicPr>
          <p:nvPr>
            <p:ph type="body" idx="1"/>
          </p:nvPr>
        </p:nvPicPr>
        <p:blipFill rotWithShape="1">
          <a:blip r:embed="rId3">
            <a:alphaModFix/>
          </a:blip>
          <a:srcRect l="8547" t="56683" r="67117" b="6431"/>
          <a:stretch/>
        </p:blipFill>
        <p:spPr>
          <a:xfrm>
            <a:off x="1395624" y="2901820"/>
            <a:ext cx="3381650" cy="2883159"/>
          </a:xfrm>
          <a:prstGeom prst="rect">
            <a:avLst/>
          </a:prstGeom>
          <a:noFill/>
          <a:ln>
            <a:noFill/>
          </a:ln>
        </p:spPr>
      </p:pic>
      <p:pic>
        <p:nvPicPr>
          <p:cNvPr id="449" name="Google Shape;449;p34"/>
          <p:cNvPicPr preferRelativeResize="0"/>
          <p:nvPr/>
        </p:nvPicPr>
        <p:blipFill rotWithShape="1">
          <a:blip r:embed="rId3">
            <a:alphaModFix/>
          </a:blip>
          <a:srcRect l="34338" t="37495" r="36157" b="23725"/>
          <a:stretch/>
        </p:blipFill>
        <p:spPr>
          <a:xfrm>
            <a:off x="5330889" y="3584057"/>
            <a:ext cx="4260980" cy="3150230"/>
          </a:xfrm>
          <a:prstGeom prst="rect">
            <a:avLst/>
          </a:prstGeom>
          <a:noFill/>
          <a:ln>
            <a:noFill/>
          </a:ln>
        </p:spPr>
      </p:pic>
      <p:pic>
        <p:nvPicPr>
          <p:cNvPr id="450" name="Google Shape;450;p34"/>
          <p:cNvPicPr preferRelativeResize="0"/>
          <p:nvPr/>
        </p:nvPicPr>
        <p:blipFill rotWithShape="1">
          <a:blip r:embed="rId3">
            <a:alphaModFix/>
          </a:blip>
          <a:srcRect l="32755" t="20373" r="36156" b="71009"/>
          <a:stretch/>
        </p:blipFill>
        <p:spPr>
          <a:xfrm>
            <a:off x="2453950" y="1772897"/>
            <a:ext cx="5007429" cy="780783"/>
          </a:xfrm>
          <a:prstGeom prst="rect">
            <a:avLst/>
          </a:prstGeom>
          <a:noFill/>
          <a:ln>
            <a:noFill/>
          </a:ln>
        </p:spPr>
      </p:pic>
      <p:sp>
        <p:nvSpPr>
          <p:cNvPr id="451" name="Google Shape;451;p34"/>
          <p:cNvSpPr txBox="1"/>
          <p:nvPr/>
        </p:nvSpPr>
        <p:spPr>
          <a:xfrm>
            <a:off x="1177214" y="955230"/>
            <a:ext cx="10380802"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Suppose that the instantaneous value of the voltage applied to a capacitor having capacitance C farads is represented by</a:t>
            </a:r>
            <a:endParaRPr sz="2000">
              <a:solidFill>
                <a:schemeClr val="dk1"/>
              </a:solidFill>
              <a:latin typeface="Calibri"/>
              <a:ea typeface="Calibri"/>
              <a:cs typeface="Calibri"/>
              <a:sym typeface="Calibri"/>
            </a:endParaRPr>
          </a:p>
        </p:txBody>
      </p:sp>
      <p:sp>
        <p:nvSpPr>
          <p:cNvPr id="452" name="Google Shape;452;p34"/>
          <p:cNvSpPr txBox="1"/>
          <p:nvPr/>
        </p:nvSpPr>
        <p:spPr>
          <a:xfrm>
            <a:off x="5442297" y="2766499"/>
            <a:ext cx="6115719" cy="7078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If the applied voltage increases by dv volts in dt seconds </a:t>
            </a:r>
            <a:endParaRPr/>
          </a:p>
          <a:p>
            <a:pPr marL="0" marR="0" lvl="0" indent="0" algn="l" rtl="0">
              <a:spcBef>
                <a:spcPts val="0"/>
              </a:spcBef>
              <a:spcAft>
                <a:spcPts val="0"/>
              </a:spcAft>
              <a:buNone/>
            </a:pPr>
            <a:r>
              <a:rPr lang="en-US" sz="2000">
                <a:solidFill>
                  <a:schemeClr val="dk1"/>
                </a:solidFill>
                <a:latin typeface="Calibri"/>
                <a:ea typeface="Calibri"/>
                <a:cs typeface="Calibri"/>
                <a:sym typeface="Calibri"/>
              </a:rPr>
              <a:t>then, instantaneous value of current is</a:t>
            </a:r>
            <a:endParaRPr sz="2000">
              <a:solidFill>
                <a:schemeClr val="dk1"/>
              </a:solidFill>
              <a:latin typeface="Calibri"/>
              <a:ea typeface="Calibri"/>
              <a:cs typeface="Calibri"/>
              <a:sym typeface="Calibri"/>
            </a:endParaRPr>
          </a:p>
        </p:txBody>
      </p:sp>
      <p:sp>
        <p:nvSpPr>
          <p:cNvPr id="453" name="Google Shape;453;p34"/>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454" name="Google Shape;454;p34"/>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455" name="Google Shape;455;p34"/>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pic>
        <p:nvPicPr>
          <p:cNvPr id="460" name="Google Shape;460;p35"/>
          <p:cNvPicPr preferRelativeResize="0"/>
          <p:nvPr/>
        </p:nvPicPr>
        <p:blipFill rotWithShape="1">
          <a:blip r:embed="rId3">
            <a:alphaModFix/>
          </a:blip>
          <a:srcRect l="9191" t="14533" r="9191" b="8800"/>
          <a:stretch/>
        </p:blipFill>
        <p:spPr>
          <a:xfrm>
            <a:off x="1120586" y="1005840"/>
            <a:ext cx="10624308" cy="5613654"/>
          </a:xfrm>
          <a:prstGeom prst="rect">
            <a:avLst/>
          </a:prstGeom>
          <a:noFill/>
          <a:ln>
            <a:noFill/>
          </a:ln>
        </p:spPr>
      </p:pic>
      <p:sp>
        <p:nvSpPr>
          <p:cNvPr id="461" name="Google Shape;461;p35"/>
          <p:cNvSpPr txBox="1">
            <a:spLocks noGrp="1"/>
          </p:cNvSpPr>
          <p:nvPr>
            <p:ph type="title"/>
          </p:nvPr>
        </p:nvSpPr>
        <p:spPr>
          <a:xfrm>
            <a:off x="1120775" y="247650"/>
            <a:ext cx="10533063"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Current and voltage in a capacitive circuit</a:t>
            </a:r>
            <a:endParaRPr/>
          </a:p>
        </p:txBody>
      </p:sp>
      <p:sp>
        <p:nvSpPr>
          <p:cNvPr id="462" name="Google Shape;462;p35"/>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463" name="Google Shape;463;p35"/>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464" name="Google Shape;464;p35"/>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36"/>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Example 5</a:t>
            </a:r>
            <a:endParaRPr/>
          </a:p>
        </p:txBody>
      </p:sp>
      <p:pic>
        <p:nvPicPr>
          <p:cNvPr id="470" name="Google Shape;470;p36"/>
          <p:cNvPicPr preferRelativeResize="0"/>
          <p:nvPr/>
        </p:nvPicPr>
        <p:blipFill rotWithShape="1">
          <a:blip r:embed="rId3">
            <a:alphaModFix/>
          </a:blip>
          <a:srcRect l="32475" t="21047" r="12700" b="31733"/>
          <a:stretch/>
        </p:blipFill>
        <p:spPr>
          <a:xfrm>
            <a:off x="1247163" y="1129553"/>
            <a:ext cx="9515325" cy="4610010"/>
          </a:xfrm>
          <a:prstGeom prst="rect">
            <a:avLst/>
          </a:prstGeom>
          <a:noFill/>
          <a:ln>
            <a:noFill/>
          </a:ln>
        </p:spPr>
      </p:pic>
      <p:sp>
        <p:nvSpPr>
          <p:cNvPr id="471" name="Google Shape;471;p36"/>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472" name="Google Shape;472;p36"/>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473" name="Google Shape;473;p36"/>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77"/>
        <p:cNvGrpSpPr/>
        <p:nvPr/>
      </p:nvGrpSpPr>
      <p:grpSpPr>
        <a:xfrm>
          <a:off x="0" y="0"/>
          <a:ext cx="0" cy="0"/>
          <a:chOff x="0" y="0"/>
          <a:chExt cx="0" cy="0"/>
        </a:xfrm>
      </p:grpSpPr>
      <p:pic>
        <p:nvPicPr>
          <p:cNvPr id="478" name="Google Shape;478;p37"/>
          <p:cNvPicPr preferRelativeResize="0"/>
          <p:nvPr/>
        </p:nvPicPr>
        <p:blipFill rotWithShape="1">
          <a:blip r:embed="rId3">
            <a:alphaModFix/>
          </a:blip>
          <a:srcRect l="9191" t="21046" r="12250" b="32934"/>
          <a:stretch/>
        </p:blipFill>
        <p:spPr>
          <a:xfrm>
            <a:off x="789992" y="2092163"/>
            <a:ext cx="11216480" cy="3695989"/>
          </a:xfrm>
          <a:prstGeom prst="rect">
            <a:avLst/>
          </a:prstGeom>
          <a:noFill/>
          <a:ln>
            <a:noFill/>
          </a:ln>
        </p:spPr>
      </p:pic>
      <p:sp>
        <p:nvSpPr>
          <p:cNvPr id="479" name="Google Shape;479;p37"/>
          <p:cNvSpPr txBox="1">
            <a:spLocks noGrp="1"/>
          </p:cNvSpPr>
          <p:nvPr>
            <p:ph type="title"/>
          </p:nvPr>
        </p:nvSpPr>
        <p:spPr>
          <a:xfrm>
            <a:off x="1120775" y="247650"/>
            <a:ext cx="10533063"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Resistance and capacitance in series</a:t>
            </a:r>
            <a:endParaRPr/>
          </a:p>
        </p:txBody>
      </p:sp>
      <p:sp>
        <p:nvSpPr>
          <p:cNvPr id="480" name="Google Shape;480;p37"/>
          <p:cNvSpPr txBox="1"/>
          <p:nvPr/>
        </p:nvSpPr>
        <p:spPr>
          <a:xfrm>
            <a:off x="1175026" y="914400"/>
            <a:ext cx="9388602" cy="1323439"/>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The effect of connecting resistance and capacitance in series is illustrated in Fig. </a:t>
            </a:r>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The current is again taken as reference. </a:t>
            </a:r>
            <a:endParaRPr/>
          </a:p>
          <a:p>
            <a:pPr marL="342900" marR="0" lvl="0" indent="-215900" algn="l" rtl="0">
              <a:spcBef>
                <a:spcPts val="0"/>
              </a:spcBef>
              <a:spcAft>
                <a:spcPts val="0"/>
              </a:spcAft>
              <a:buClr>
                <a:schemeClr val="dk1"/>
              </a:buClr>
              <a:buSzPts val="2000"/>
              <a:buFont typeface="Arial"/>
              <a:buNone/>
            </a:pPr>
            <a:endParaRPr sz="2000">
              <a:solidFill>
                <a:schemeClr val="dk1"/>
              </a:solidFill>
              <a:latin typeface="Calibri"/>
              <a:ea typeface="Calibri"/>
              <a:cs typeface="Calibri"/>
              <a:sym typeface="Calibri"/>
            </a:endParaRPr>
          </a:p>
          <a:p>
            <a:pPr marL="342900" marR="0" lvl="0" indent="-215900" algn="l" rtl="0">
              <a:spcBef>
                <a:spcPts val="0"/>
              </a:spcBef>
              <a:spcAft>
                <a:spcPts val="0"/>
              </a:spcAft>
              <a:buClr>
                <a:schemeClr val="dk1"/>
              </a:buClr>
              <a:buSzPts val="2000"/>
              <a:buFont typeface="Arial"/>
              <a:buNone/>
            </a:pPr>
            <a:endParaRPr sz="2000">
              <a:solidFill>
                <a:schemeClr val="dk1"/>
              </a:solidFill>
              <a:latin typeface="Calibri"/>
              <a:ea typeface="Calibri"/>
              <a:cs typeface="Calibri"/>
              <a:sym typeface="Calibri"/>
            </a:endParaRPr>
          </a:p>
        </p:txBody>
      </p:sp>
      <p:sp>
        <p:nvSpPr>
          <p:cNvPr id="481" name="Google Shape;481;p37"/>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482" name="Google Shape;482;p37"/>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483" name="Google Shape;483;p37"/>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38"/>
          <p:cNvSpPr txBox="1">
            <a:spLocks noGrp="1"/>
          </p:cNvSpPr>
          <p:nvPr>
            <p:ph type="title"/>
          </p:nvPr>
        </p:nvSpPr>
        <p:spPr>
          <a:xfrm>
            <a:off x="1120587" y="215845"/>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Resistance and capacitance in series</a:t>
            </a:r>
            <a:endParaRPr/>
          </a:p>
        </p:txBody>
      </p:sp>
      <p:pic>
        <p:nvPicPr>
          <p:cNvPr id="489" name="Google Shape;489;p38"/>
          <p:cNvPicPr preferRelativeResize="0">
            <a:picLocks noGrp="1"/>
          </p:cNvPicPr>
          <p:nvPr>
            <p:ph type="body" idx="1"/>
          </p:nvPr>
        </p:nvPicPr>
        <p:blipFill rotWithShape="1">
          <a:blip r:embed="rId3">
            <a:alphaModFix/>
          </a:blip>
          <a:srcRect l="31523" t="30822" r="12435" b="23752"/>
          <a:stretch/>
        </p:blipFill>
        <p:spPr>
          <a:xfrm>
            <a:off x="2229401" y="1873915"/>
            <a:ext cx="8702461" cy="3967734"/>
          </a:xfrm>
          <a:prstGeom prst="rect">
            <a:avLst/>
          </a:prstGeom>
          <a:noFill/>
          <a:ln>
            <a:noFill/>
          </a:ln>
        </p:spPr>
      </p:pic>
      <p:sp>
        <p:nvSpPr>
          <p:cNvPr id="490" name="Google Shape;490;p38"/>
          <p:cNvSpPr txBox="1"/>
          <p:nvPr/>
        </p:nvSpPr>
        <p:spPr>
          <a:xfrm>
            <a:off x="1175026" y="914400"/>
            <a:ext cx="9388602" cy="707886"/>
          </a:xfrm>
          <a:prstGeom prst="rect">
            <a:avLst/>
          </a:prstGeom>
          <a:noFill/>
          <a:ln>
            <a:noFill/>
          </a:ln>
        </p:spPr>
        <p:txBody>
          <a:bodyPr spcFirstLastPara="1" wrap="square" lIns="91425" tIns="45700" rIns="91425" bIns="45700" anchor="t" anchorCtr="0">
            <a:spAutoFit/>
          </a:bodyPr>
          <a:lstStyle/>
          <a:p>
            <a:pPr marL="342900" marR="0" lvl="0" indent="-215900" algn="l" rtl="0">
              <a:spcBef>
                <a:spcPts val="0"/>
              </a:spcBef>
              <a:spcAft>
                <a:spcPts val="0"/>
              </a:spcAft>
              <a:buClr>
                <a:schemeClr val="dk1"/>
              </a:buClr>
              <a:buSzPts val="2000"/>
              <a:buFont typeface="Arial"/>
              <a:buNone/>
            </a:pPr>
            <a:endParaRPr sz="2000">
              <a:solidFill>
                <a:schemeClr val="dk1"/>
              </a:solidFill>
              <a:latin typeface="Calibri"/>
              <a:ea typeface="Calibri"/>
              <a:cs typeface="Calibri"/>
              <a:sym typeface="Calibri"/>
            </a:endParaRPr>
          </a:p>
          <a:p>
            <a:pPr marL="342900" marR="0" lvl="0" indent="-342900" algn="l" rtl="0">
              <a:spcBef>
                <a:spcPts val="0"/>
              </a:spcBef>
              <a:spcAft>
                <a:spcPts val="0"/>
              </a:spcAft>
              <a:buClr>
                <a:schemeClr val="dk1"/>
              </a:buClr>
              <a:buSzPts val="2000"/>
              <a:buFont typeface="Arial"/>
              <a:buChar char="•"/>
            </a:pPr>
            <a:r>
              <a:rPr lang="en-US" sz="2000">
                <a:solidFill>
                  <a:schemeClr val="dk1"/>
                </a:solidFill>
                <a:latin typeface="Calibri"/>
                <a:ea typeface="Calibri"/>
                <a:cs typeface="Calibri"/>
                <a:sym typeface="Calibri"/>
              </a:rPr>
              <a:t>The circuit voltage is derived from the following relations:</a:t>
            </a:r>
            <a:endParaRPr sz="2000">
              <a:solidFill>
                <a:schemeClr val="dk1"/>
              </a:solidFill>
              <a:latin typeface="Calibri"/>
              <a:ea typeface="Calibri"/>
              <a:cs typeface="Calibri"/>
              <a:sym typeface="Calibri"/>
            </a:endParaRPr>
          </a:p>
        </p:txBody>
      </p:sp>
      <p:pic>
        <p:nvPicPr>
          <p:cNvPr id="491" name="Google Shape;491;p38"/>
          <p:cNvPicPr preferRelativeResize="0"/>
          <p:nvPr/>
        </p:nvPicPr>
        <p:blipFill rotWithShape="1">
          <a:blip r:embed="rId4">
            <a:alphaModFix/>
          </a:blip>
          <a:srcRect l="32937" t="69153" r="40100" b="8000"/>
          <a:stretch/>
        </p:blipFill>
        <p:spPr>
          <a:xfrm>
            <a:off x="2452900" y="4998073"/>
            <a:ext cx="3849624" cy="1834896"/>
          </a:xfrm>
          <a:prstGeom prst="rect">
            <a:avLst/>
          </a:prstGeom>
          <a:noFill/>
          <a:ln>
            <a:noFill/>
          </a:ln>
        </p:spPr>
      </p:pic>
      <p:sp>
        <p:nvSpPr>
          <p:cNvPr id="492" name="Google Shape;492;p38"/>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493" name="Google Shape;493;p38"/>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494" name="Google Shape;494;p38"/>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pic>
        <p:nvPicPr>
          <p:cNvPr id="499" name="Google Shape;499;p39"/>
          <p:cNvPicPr preferRelativeResize="0"/>
          <p:nvPr/>
        </p:nvPicPr>
        <p:blipFill rotWithShape="1">
          <a:blip r:embed="rId3">
            <a:alphaModFix/>
          </a:blip>
          <a:srcRect l="9192" t="18666" r="35799" b="26400"/>
          <a:stretch/>
        </p:blipFill>
        <p:spPr>
          <a:xfrm>
            <a:off x="1495490" y="1371599"/>
            <a:ext cx="8837230" cy="4964119"/>
          </a:xfrm>
          <a:prstGeom prst="rect">
            <a:avLst/>
          </a:prstGeom>
          <a:noFill/>
          <a:ln>
            <a:noFill/>
          </a:ln>
        </p:spPr>
      </p:pic>
      <p:sp>
        <p:nvSpPr>
          <p:cNvPr id="500" name="Google Shape;500;p39"/>
          <p:cNvSpPr txBox="1">
            <a:spLocks noGrp="1"/>
          </p:cNvSpPr>
          <p:nvPr>
            <p:ph type="title"/>
          </p:nvPr>
        </p:nvSpPr>
        <p:spPr>
          <a:xfrm>
            <a:off x="1120775" y="247650"/>
            <a:ext cx="10533063"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Resistance and capacitance in series</a:t>
            </a:r>
            <a:endParaRPr/>
          </a:p>
        </p:txBody>
      </p:sp>
      <p:sp>
        <p:nvSpPr>
          <p:cNvPr id="501" name="Google Shape;501;p39"/>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502" name="Google Shape;502;p39"/>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503" name="Google Shape;503;p39"/>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40"/>
          <p:cNvSpPr txBox="1">
            <a:spLocks noGrp="1"/>
          </p:cNvSpPr>
          <p:nvPr>
            <p:ph type="title"/>
          </p:nvPr>
        </p:nvSpPr>
        <p:spPr>
          <a:xfrm>
            <a:off x="1120588"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Example 6</a:t>
            </a:r>
            <a:endParaRPr/>
          </a:p>
        </p:txBody>
      </p:sp>
      <p:sp>
        <p:nvSpPr>
          <p:cNvPr id="509" name="Google Shape;509;p40"/>
          <p:cNvSpPr txBox="1">
            <a:spLocks noGrp="1"/>
          </p:cNvSpPr>
          <p:nvPr>
            <p:ph type="body" idx="1"/>
          </p:nvPr>
        </p:nvSpPr>
        <p:spPr>
          <a:xfrm>
            <a:off x="1120588" y="785191"/>
            <a:ext cx="10533530" cy="5766995"/>
          </a:xfrm>
          <a:prstGeom prst="rect">
            <a:avLst/>
          </a:prstGeom>
          <a:noFill/>
          <a:ln>
            <a:noFill/>
          </a:ln>
        </p:spPr>
        <p:txBody>
          <a:bodyPr spcFirstLastPara="1" wrap="square" lIns="91425" tIns="45700" rIns="91425" bIns="45700" anchor="t" anchorCtr="0">
            <a:normAutofit/>
          </a:bodyPr>
          <a:lstStyle/>
          <a:p>
            <a:pPr marL="384048" lvl="0" indent="-384048" algn="just" rtl="0">
              <a:lnSpc>
                <a:spcPct val="94000"/>
              </a:lnSpc>
              <a:spcBef>
                <a:spcPts val="0"/>
              </a:spcBef>
              <a:spcAft>
                <a:spcPts val="0"/>
              </a:spcAft>
              <a:buClr>
                <a:schemeClr val="dk1"/>
              </a:buClr>
              <a:buSzPts val="2000"/>
              <a:buChar char="■"/>
            </a:pPr>
            <a:r>
              <a:rPr lang="en-US"/>
              <a:t>A capacitor of 8.0 μF takes a current of 1.0 A when the alternating voltage applied across it is 230 V. Calculate: </a:t>
            </a:r>
            <a:endParaRPr/>
          </a:p>
          <a:p>
            <a:pPr marL="0" lvl="0" indent="0" algn="just" rtl="0">
              <a:lnSpc>
                <a:spcPct val="94000"/>
              </a:lnSpc>
              <a:spcBef>
                <a:spcPts val="1200"/>
              </a:spcBef>
              <a:spcAft>
                <a:spcPts val="0"/>
              </a:spcAft>
              <a:buClr>
                <a:schemeClr val="dk1"/>
              </a:buClr>
              <a:buSzPts val="2000"/>
              <a:buNone/>
            </a:pPr>
            <a:r>
              <a:rPr lang="en-US"/>
              <a:t>(a) the frequency of the applied voltage;</a:t>
            </a:r>
            <a:endParaRPr/>
          </a:p>
          <a:p>
            <a:pPr marL="0" lvl="0" indent="0" algn="just" rtl="0">
              <a:lnSpc>
                <a:spcPct val="94000"/>
              </a:lnSpc>
              <a:spcBef>
                <a:spcPts val="1200"/>
              </a:spcBef>
              <a:spcAft>
                <a:spcPts val="0"/>
              </a:spcAft>
              <a:buClr>
                <a:schemeClr val="dk1"/>
              </a:buClr>
              <a:buSzPts val="2000"/>
              <a:buNone/>
            </a:pPr>
            <a:r>
              <a:rPr lang="en-US"/>
              <a:t>(b) the resistance to be connected in series with the capacitor to reduce the current in the circuit to 0.5 A at the same frequency;</a:t>
            </a:r>
            <a:endParaRPr/>
          </a:p>
        </p:txBody>
      </p:sp>
      <p:pic>
        <p:nvPicPr>
          <p:cNvPr id="510" name="Google Shape;510;p40"/>
          <p:cNvPicPr preferRelativeResize="0"/>
          <p:nvPr/>
        </p:nvPicPr>
        <p:blipFill rotWithShape="1">
          <a:blip r:embed="rId3">
            <a:alphaModFix/>
          </a:blip>
          <a:srcRect l="9191" t="25333" r="67106" b="34078"/>
          <a:stretch/>
        </p:blipFill>
        <p:spPr>
          <a:xfrm>
            <a:off x="1010859" y="3148864"/>
            <a:ext cx="3442270" cy="3315732"/>
          </a:xfrm>
          <a:prstGeom prst="rect">
            <a:avLst/>
          </a:prstGeom>
          <a:noFill/>
          <a:ln>
            <a:noFill/>
          </a:ln>
        </p:spPr>
      </p:pic>
      <p:pic>
        <p:nvPicPr>
          <p:cNvPr id="511" name="Google Shape;511;p40"/>
          <p:cNvPicPr preferRelativeResize="0"/>
          <p:nvPr/>
        </p:nvPicPr>
        <p:blipFill rotWithShape="1">
          <a:blip r:embed="rId3">
            <a:alphaModFix/>
          </a:blip>
          <a:srcRect l="31644" t="28311" r="13603" b="8400"/>
          <a:stretch/>
        </p:blipFill>
        <p:spPr>
          <a:xfrm>
            <a:off x="5065776" y="2414514"/>
            <a:ext cx="6876288" cy="4470917"/>
          </a:xfrm>
          <a:prstGeom prst="rect">
            <a:avLst/>
          </a:prstGeom>
          <a:noFill/>
          <a:ln>
            <a:noFill/>
          </a:ln>
        </p:spPr>
      </p:pic>
      <p:sp>
        <p:nvSpPr>
          <p:cNvPr id="512" name="Google Shape;512;p40"/>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513" name="Google Shape;513;p40"/>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514" name="Google Shape;514;p40"/>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Shape 518"/>
        <p:cNvGrpSpPr/>
        <p:nvPr/>
      </p:nvGrpSpPr>
      <p:grpSpPr>
        <a:xfrm>
          <a:off x="0" y="0"/>
          <a:ext cx="0" cy="0"/>
          <a:chOff x="0" y="0"/>
          <a:chExt cx="0" cy="0"/>
        </a:xfrm>
      </p:grpSpPr>
      <p:sp>
        <p:nvSpPr>
          <p:cNvPr id="519" name="Google Shape;519;p41"/>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Series R-L-C circuit</a:t>
            </a:r>
            <a:endParaRPr/>
          </a:p>
        </p:txBody>
      </p:sp>
      <p:sp>
        <p:nvSpPr>
          <p:cNvPr id="520" name="Google Shape;520;p41"/>
          <p:cNvSpPr txBox="1">
            <a:spLocks noGrp="1"/>
          </p:cNvSpPr>
          <p:nvPr>
            <p:ph type="body" idx="1"/>
          </p:nvPr>
        </p:nvSpPr>
        <p:spPr>
          <a:xfrm>
            <a:off x="1120588" y="1129553"/>
            <a:ext cx="10533530" cy="5414682"/>
          </a:xfrm>
          <a:prstGeom prst="rect">
            <a:avLst/>
          </a:prstGeom>
          <a:noFill/>
          <a:ln>
            <a:noFill/>
          </a:ln>
        </p:spPr>
        <p:txBody>
          <a:bodyPr spcFirstLastPara="1" wrap="square" lIns="91425" tIns="45700" rIns="91425" bIns="45700" anchor="t" anchorCtr="0">
            <a:normAutofit/>
          </a:bodyPr>
          <a:lstStyle/>
          <a:p>
            <a:pPr marL="384048" lvl="0" indent="-384048" algn="just" rtl="0">
              <a:lnSpc>
                <a:spcPct val="94000"/>
              </a:lnSpc>
              <a:spcBef>
                <a:spcPts val="0"/>
              </a:spcBef>
              <a:spcAft>
                <a:spcPts val="0"/>
              </a:spcAft>
              <a:buClr>
                <a:schemeClr val="dk1"/>
              </a:buClr>
              <a:buSzPts val="2800"/>
              <a:buChar char="■"/>
            </a:pPr>
            <a:r>
              <a:rPr lang="en-US" sz="2800"/>
              <a:t>Phase difference between the current through the circuit and voltages across each component</a:t>
            </a:r>
            <a:endParaRPr/>
          </a:p>
          <a:p>
            <a:pPr marL="384048" lvl="0" indent="-384048" algn="just" rtl="0">
              <a:lnSpc>
                <a:spcPct val="94000"/>
              </a:lnSpc>
              <a:spcBef>
                <a:spcPts val="1200"/>
              </a:spcBef>
              <a:spcAft>
                <a:spcPts val="0"/>
              </a:spcAft>
              <a:buClr>
                <a:schemeClr val="dk1"/>
              </a:buClr>
              <a:buSzPts val="2800"/>
              <a:buChar char="■"/>
            </a:pPr>
            <a:r>
              <a:rPr lang="en-US" sz="2800"/>
              <a:t>Inductive reactance and capacitive reactance values will decide the phase difference</a:t>
            </a:r>
            <a:endParaRPr/>
          </a:p>
          <a:p>
            <a:pPr marL="384048" lvl="0" indent="-384048" algn="just" rtl="0">
              <a:lnSpc>
                <a:spcPct val="94000"/>
              </a:lnSpc>
              <a:spcBef>
                <a:spcPts val="1200"/>
              </a:spcBef>
              <a:spcAft>
                <a:spcPts val="0"/>
              </a:spcAft>
              <a:buClr>
                <a:schemeClr val="dk1"/>
              </a:buClr>
              <a:buSzPts val="2800"/>
              <a:buChar char="■"/>
            </a:pPr>
            <a:r>
              <a:rPr lang="en-US" sz="2800"/>
              <a:t>XL= XC , When two reactances are equal, I is maximum in the circuit, only resistive network</a:t>
            </a:r>
            <a:endParaRPr/>
          </a:p>
          <a:p>
            <a:pPr marL="384048" lvl="0" indent="-384048" algn="just" rtl="0">
              <a:lnSpc>
                <a:spcPct val="94000"/>
              </a:lnSpc>
              <a:spcBef>
                <a:spcPts val="1200"/>
              </a:spcBef>
              <a:spcAft>
                <a:spcPts val="0"/>
              </a:spcAft>
              <a:buClr>
                <a:schemeClr val="dk1"/>
              </a:buClr>
              <a:buSzPts val="2800"/>
              <a:buChar char="■"/>
            </a:pPr>
            <a:r>
              <a:rPr lang="en-US" sz="2800"/>
              <a:t>At Resonance , XL= XC at resonant frequency , fr=1/2.pi.Root(L.C)</a:t>
            </a:r>
            <a:endParaRPr/>
          </a:p>
        </p:txBody>
      </p:sp>
      <p:sp>
        <p:nvSpPr>
          <p:cNvPr id="521" name="Google Shape;521;p41"/>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522" name="Google Shape;522;p41"/>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523" name="Google Shape;523;p41"/>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42"/>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Alternating current in an RLC circuit</a:t>
            </a:r>
            <a:endParaRPr/>
          </a:p>
        </p:txBody>
      </p:sp>
      <p:pic>
        <p:nvPicPr>
          <p:cNvPr id="529" name="Google Shape;529;p42"/>
          <p:cNvPicPr preferRelativeResize="0"/>
          <p:nvPr/>
        </p:nvPicPr>
        <p:blipFill rotWithShape="1">
          <a:blip r:embed="rId3">
            <a:alphaModFix/>
          </a:blip>
          <a:srcRect l="9191" t="21047" r="69475" b="31733"/>
          <a:stretch/>
        </p:blipFill>
        <p:spPr>
          <a:xfrm>
            <a:off x="994990" y="1184860"/>
            <a:ext cx="2601021" cy="3238410"/>
          </a:xfrm>
          <a:prstGeom prst="rect">
            <a:avLst/>
          </a:prstGeom>
          <a:noFill/>
          <a:ln>
            <a:noFill/>
          </a:ln>
        </p:spPr>
      </p:pic>
      <p:pic>
        <p:nvPicPr>
          <p:cNvPr id="530" name="Google Shape;530;p42"/>
          <p:cNvPicPr preferRelativeResize="0">
            <a:picLocks noGrp="1"/>
          </p:cNvPicPr>
          <p:nvPr>
            <p:ph type="body" idx="1"/>
          </p:nvPr>
        </p:nvPicPr>
        <p:blipFill rotWithShape="1">
          <a:blip r:embed="rId4">
            <a:alphaModFix/>
          </a:blip>
          <a:srcRect l="15675" t="19454" r="32200" b="15199"/>
          <a:stretch/>
        </p:blipFill>
        <p:spPr>
          <a:xfrm>
            <a:off x="4447845" y="899751"/>
            <a:ext cx="7554810" cy="5327523"/>
          </a:xfrm>
          <a:prstGeom prst="rect">
            <a:avLst/>
          </a:prstGeom>
          <a:noFill/>
          <a:ln>
            <a:noFill/>
          </a:ln>
        </p:spPr>
      </p:pic>
      <p:pic>
        <p:nvPicPr>
          <p:cNvPr id="531" name="Google Shape;531;p42"/>
          <p:cNvPicPr preferRelativeResize="0"/>
          <p:nvPr/>
        </p:nvPicPr>
        <p:blipFill rotWithShape="1">
          <a:blip r:embed="rId5">
            <a:alphaModFix/>
          </a:blip>
          <a:srcRect l="35025" t="50000" r="21100" b="18000"/>
          <a:stretch/>
        </p:blipFill>
        <p:spPr>
          <a:xfrm>
            <a:off x="836942" y="4355613"/>
            <a:ext cx="5518137" cy="2263851"/>
          </a:xfrm>
          <a:prstGeom prst="rect">
            <a:avLst/>
          </a:prstGeom>
          <a:noFill/>
          <a:ln>
            <a:noFill/>
          </a:ln>
        </p:spPr>
      </p:pic>
      <p:sp>
        <p:nvSpPr>
          <p:cNvPr id="532" name="Google Shape;532;p42"/>
          <p:cNvSpPr txBox="1"/>
          <p:nvPr/>
        </p:nvSpPr>
        <p:spPr>
          <a:xfrm>
            <a:off x="7722870" y="6187946"/>
            <a:ext cx="446913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3F3F3F"/>
                </a:solidFill>
                <a:latin typeface="Cambria"/>
                <a:ea typeface="Cambria"/>
                <a:cs typeface="Cambria"/>
                <a:sym typeface="Cambria"/>
              </a:rPr>
              <a:t>= inductive reactance − capacitive reactance</a:t>
            </a:r>
            <a:endParaRPr/>
          </a:p>
        </p:txBody>
      </p:sp>
      <p:sp>
        <p:nvSpPr>
          <p:cNvPr id="533" name="Google Shape;533;p42"/>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534" name="Google Shape;534;p42"/>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535" name="Google Shape;535;p42"/>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43"/>
          <p:cNvSpPr txBox="1">
            <a:spLocks noGrp="1"/>
          </p:cNvSpPr>
          <p:nvPr>
            <p:ph type="body" idx="1"/>
          </p:nvPr>
        </p:nvSpPr>
        <p:spPr>
          <a:xfrm>
            <a:off x="1537252" y="1129553"/>
            <a:ext cx="10116866" cy="5414682"/>
          </a:xfrm>
          <a:prstGeom prst="rect">
            <a:avLst/>
          </a:prstGeom>
          <a:noFill/>
          <a:ln>
            <a:noFill/>
          </a:ln>
        </p:spPr>
        <p:txBody>
          <a:bodyPr spcFirstLastPara="1" wrap="square" lIns="91425" tIns="45700" rIns="91425" bIns="45700" anchor="t" anchorCtr="0">
            <a:normAutofit/>
          </a:bodyPr>
          <a:lstStyle/>
          <a:p>
            <a:pPr marL="384048" lvl="0" indent="-384048" algn="just" rtl="0">
              <a:lnSpc>
                <a:spcPct val="94000"/>
              </a:lnSpc>
              <a:spcBef>
                <a:spcPts val="0"/>
              </a:spcBef>
              <a:spcAft>
                <a:spcPts val="0"/>
              </a:spcAft>
              <a:buClr>
                <a:schemeClr val="dk1"/>
              </a:buClr>
              <a:buSzPts val="2000"/>
              <a:buChar char="■"/>
            </a:pPr>
            <a:r>
              <a:rPr lang="en-US"/>
              <a:t>A coil having a resistance of 12 Ω and an inductance of 0.1 H is connected across a </a:t>
            </a:r>
            <a:endParaRPr/>
          </a:p>
          <a:p>
            <a:pPr marL="0" lvl="0" indent="0" algn="just" rtl="0">
              <a:lnSpc>
                <a:spcPct val="94000"/>
              </a:lnSpc>
              <a:spcBef>
                <a:spcPts val="1200"/>
              </a:spcBef>
              <a:spcAft>
                <a:spcPts val="0"/>
              </a:spcAft>
              <a:buClr>
                <a:schemeClr val="dk1"/>
              </a:buClr>
              <a:buSzPts val="2000"/>
              <a:buNone/>
            </a:pPr>
            <a:r>
              <a:rPr lang="en-US"/>
              <a:t>       100 V, 50 Hz supply. Calculate:</a:t>
            </a:r>
            <a:endParaRPr/>
          </a:p>
          <a:p>
            <a:pPr marL="0" lvl="0" indent="0" algn="just" rtl="0">
              <a:lnSpc>
                <a:spcPct val="94000"/>
              </a:lnSpc>
              <a:spcBef>
                <a:spcPts val="1200"/>
              </a:spcBef>
              <a:spcAft>
                <a:spcPts val="0"/>
              </a:spcAft>
              <a:buClr>
                <a:schemeClr val="dk1"/>
              </a:buClr>
              <a:buSzPts val="2000"/>
              <a:buNone/>
            </a:pPr>
            <a:r>
              <a:rPr lang="en-US"/>
              <a:t>(a) the reactance and the impedance of the coil;</a:t>
            </a:r>
            <a:endParaRPr/>
          </a:p>
          <a:p>
            <a:pPr marL="0" lvl="0" indent="0" algn="just" rtl="0">
              <a:lnSpc>
                <a:spcPct val="94000"/>
              </a:lnSpc>
              <a:spcBef>
                <a:spcPts val="1200"/>
              </a:spcBef>
              <a:spcAft>
                <a:spcPts val="0"/>
              </a:spcAft>
              <a:buClr>
                <a:schemeClr val="dk1"/>
              </a:buClr>
              <a:buSzPts val="2000"/>
              <a:buNone/>
            </a:pPr>
            <a:r>
              <a:rPr lang="en-US"/>
              <a:t>(b) the current;</a:t>
            </a:r>
            <a:endParaRPr/>
          </a:p>
        </p:txBody>
      </p:sp>
      <p:pic>
        <p:nvPicPr>
          <p:cNvPr id="541" name="Google Shape;541;p43"/>
          <p:cNvPicPr preferRelativeResize="0"/>
          <p:nvPr/>
        </p:nvPicPr>
        <p:blipFill rotWithShape="1">
          <a:blip r:embed="rId3">
            <a:alphaModFix/>
          </a:blip>
          <a:srcRect l="7712" t="26400" r="67675" b="43762"/>
          <a:stretch/>
        </p:blipFill>
        <p:spPr>
          <a:xfrm>
            <a:off x="2651742" y="3193227"/>
            <a:ext cx="3311652" cy="2258291"/>
          </a:xfrm>
          <a:prstGeom prst="rect">
            <a:avLst/>
          </a:prstGeom>
          <a:noFill/>
          <a:ln>
            <a:noFill/>
          </a:ln>
        </p:spPr>
      </p:pic>
      <p:sp>
        <p:nvSpPr>
          <p:cNvPr id="542" name="Google Shape;542;p43"/>
          <p:cNvSpPr txBox="1">
            <a:spLocks noGrp="1"/>
          </p:cNvSpPr>
          <p:nvPr>
            <p:ph type="title"/>
          </p:nvPr>
        </p:nvSpPr>
        <p:spPr>
          <a:xfrm>
            <a:off x="1120775" y="247650"/>
            <a:ext cx="10533063"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Example 7- RL circuit</a:t>
            </a:r>
            <a:endParaRPr/>
          </a:p>
        </p:txBody>
      </p:sp>
      <p:sp>
        <p:nvSpPr>
          <p:cNvPr id="543" name="Google Shape;543;p43"/>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544" name="Google Shape;544;p43"/>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545" name="Google Shape;545;p43"/>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sp>
        <p:nvSpPr>
          <p:cNvPr id="550" name="Google Shape;550;p44"/>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Example 7- RL circuit problem solution</a:t>
            </a:r>
            <a:endParaRPr/>
          </a:p>
        </p:txBody>
      </p:sp>
      <p:sp>
        <p:nvSpPr>
          <p:cNvPr id="551" name="Google Shape;551;p44"/>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552" name="Google Shape;552;p44"/>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553" name="Google Shape;553;p44"/>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pic>
        <p:nvPicPr>
          <p:cNvPr id="554" name="Google Shape;554;p44"/>
          <p:cNvPicPr preferRelativeResize="0">
            <a:picLocks noGrp="1"/>
          </p:cNvPicPr>
          <p:nvPr>
            <p:ph type="body" idx="1"/>
          </p:nvPr>
        </p:nvPicPr>
        <p:blipFill rotWithShape="1">
          <a:blip r:embed="rId3">
            <a:alphaModFix/>
          </a:blip>
          <a:srcRect l="12675" t="27067" r="22075" b="13066"/>
          <a:stretch/>
        </p:blipFill>
        <p:spPr>
          <a:xfrm>
            <a:off x="1142752" y="1130300"/>
            <a:ext cx="10489109" cy="54133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45"/>
          <p:cNvSpPr txBox="1">
            <a:spLocks noGrp="1"/>
          </p:cNvSpPr>
          <p:nvPr>
            <p:ph type="body" idx="1"/>
          </p:nvPr>
        </p:nvSpPr>
        <p:spPr>
          <a:xfrm>
            <a:off x="1120588" y="1129553"/>
            <a:ext cx="10533530" cy="5414682"/>
          </a:xfrm>
          <a:prstGeom prst="rect">
            <a:avLst/>
          </a:prstGeom>
          <a:noFill/>
          <a:ln>
            <a:noFill/>
          </a:ln>
        </p:spPr>
        <p:txBody>
          <a:bodyPr spcFirstLastPara="1" wrap="square" lIns="91425" tIns="45700" rIns="91425" bIns="45700" anchor="t" anchorCtr="0">
            <a:normAutofit/>
          </a:bodyPr>
          <a:lstStyle/>
          <a:p>
            <a:pPr marL="384048" lvl="0" indent="-384048" algn="just" rtl="0">
              <a:lnSpc>
                <a:spcPct val="94000"/>
              </a:lnSpc>
              <a:spcBef>
                <a:spcPts val="0"/>
              </a:spcBef>
              <a:spcAft>
                <a:spcPts val="0"/>
              </a:spcAft>
              <a:buClr>
                <a:schemeClr val="dk1"/>
              </a:buClr>
              <a:buSzPts val="2000"/>
              <a:buChar char="■"/>
            </a:pPr>
            <a:r>
              <a:rPr lang="en-US"/>
              <a:t>A circuit having a resistance of 12 Ω, an inductance of 0.15 H and a capacitance of 100 μF in series, is connected across a 100 V, 50 Hz supply. Calculate:</a:t>
            </a:r>
            <a:endParaRPr/>
          </a:p>
          <a:p>
            <a:pPr marL="447675" lvl="0" indent="0" algn="just" rtl="0">
              <a:lnSpc>
                <a:spcPct val="94000"/>
              </a:lnSpc>
              <a:spcBef>
                <a:spcPts val="1200"/>
              </a:spcBef>
              <a:spcAft>
                <a:spcPts val="0"/>
              </a:spcAft>
              <a:buClr>
                <a:schemeClr val="dk1"/>
              </a:buClr>
              <a:buSzPts val="2000"/>
              <a:buNone/>
            </a:pPr>
            <a:r>
              <a:rPr lang="en-US"/>
              <a:t>(a) the impedance;</a:t>
            </a:r>
            <a:endParaRPr/>
          </a:p>
          <a:p>
            <a:pPr marL="447675" lvl="0" indent="0" algn="just" rtl="0">
              <a:lnSpc>
                <a:spcPct val="94000"/>
              </a:lnSpc>
              <a:spcBef>
                <a:spcPts val="1200"/>
              </a:spcBef>
              <a:spcAft>
                <a:spcPts val="0"/>
              </a:spcAft>
              <a:buClr>
                <a:schemeClr val="dk1"/>
              </a:buClr>
              <a:buSzPts val="2000"/>
              <a:buNone/>
            </a:pPr>
            <a:r>
              <a:rPr lang="en-US"/>
              <a:t>(b) the current;</a:t>
            </a:r>
            <a:endParaRPr/>
          </a:p>
          <a:p>
            <a:pPr marL="447675" lvl="0" indent="0" algn="just" rtl="0">
              <a:lnSpc>
                <a:spcPct val="94000"/>
              </a:lnSpc>
              <a:spcBef>
                <a:spcPts val="1200"/>
              </a:spcBef>
              <a:spcAft>
                <a:spcPts val="0"/>
              </a:spcAft>
              <a:buClr>
                <a:schemeClr val="dk1"/>
              </a:buClr>
              <a:buSzPts val="2000"/>
              <a:buNone/>
            </a:pPr>
            <a:r>
              <a:rPr lang="en-US"/>
              <a:t>(c) the voltages across R, L and C;</a:t>
            </a:r>
            <a:endParaRPr/>
          </a:p>
        </p:txBody>
      </p:sp>
      <p:pic>
        <p:nvPicPr>
          <p:cNvPr id="560" name="Google Shape;560;p45"/>
          <p:cNvPicPr preferRelativeResize="0"/>
          <p:nvPr/>
        </p:nvPicPr>
        <p:blipFill rotWithShape="1">
          <a:blip r:embed="rId3">
            <a:alphaModFix/>
          </a:blip>
          <a:srcRect l="26775" t="45333" r="15550" b="12933"/>
          <a:stretch/>
        </p:blipFill>
        <p:spPr>
          <a:xfrm>
            <a:off x="4535424" y="3682163"/>
            <a:ext cx="7031736" cy="2862072"/>
          </a:xfrm>
          <a:prstGeom prst="rect">
            <a:avLst/>
          </a:prstGeom>
          <a:noFill/>
          <a:ln>
            <a:noFill/>
          </a:ln>
        </p:spPr>
      </p:pic>
      <p:pic>
        <p:nvPicPr>
          <p:cNvPr id="561" name="Google Shape;561;p45"/>
          <p:cNvPicPr preferRelativeResize="0"/>
          <p:nvPr/>
        </p:nvPicPr>
        <p:blipFill rotWithShape="1">
          <a:blip r:embed="rId4">
            <a:alphaModFix/>
          </a:blip>
          <a:srcRect l="9191" t="21047" r="69475" b="42954"/>
          <a:stretch/>
        </p:blipFill>
        <p:spPr>
          <a:xfrm>
            <a:off x="992570" y="3682163"/>
            <a:ext cx="2601021" cy="2468880"/>
          </a:xfrm>
          <a:prstGeom prst="rect">
            <a:avLst/>
          </a:prstGeom>
          <a:noFill/>
          <a:ln>
            <a:noFill/>
          </a:ln>
        </p:spPr>
      </p:pic>
      <p:sp>
        <p:nvSpPr>
          <p:cNvPr id="562" name="Google Shape;562;p45"/>
          <p:cNvSpPr txBox="1">
            <a:spLocks noGrp="1"/>
          </p:cNvSpPr>
          <p:nvPr>
            <p:ph type="title"/>
          </p:nvPr>
        </p:nvSpPr>
        <p:spPr>
          <a:xfrm>
            <a:off x="1120775" y="247650"/>
            <a:ext cx="10533063"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Example 8</a:t>
            </a:r>
            <a:endParaRPr/>
          </a:p>
        </p:txBody>
      </p:sp>
      <p:sp>
        <p:nvSpPr>
          <p:cNvPr id="563" name="Google Shape;563;p45"/>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564" name="Google Shape;564;p45"/>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565" name="Google Shape;565;p45"/>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pic>
        <p:nvPicPr>
          <p:cNvPr id="570" name="Google Shape;570;p46"/>
          <p:cNvPicPr preferRelativeResize="0"/>
          <p:nvPr/>
        </p:nvPicPr>
        <p:blipFill rotWithShape="1">
          <a:blip r:embed="rId3">
            <a:alphaModFix/>
          </a:blip>
          <a:srcRect l="32148" t="27199" r="12175" b="55234"/>
          <a:stretch/>
        </p:blipFill>
        <p:spPr>
          <a:xfrm>
            <a:off x="1736616" y="1590165"/>
            <a:ext cx="10296984" cy="1827545"/>
          </a:xfrm>
          <a:prstGeom prst="rect">
            <a:avLst/>
          </a:prstGeom>
          <a:noFill/>
          <a:ln>
            <a:noFill/>
          </a:ln>
        </p:spPr>
      </p:pic>
      <p:sp>
        <p:nvSpPr>
          <p:cNvPr id="571" name="Google Shape;571;p46"/>
          <p:cNvSpPr txBox="1">
            <a:spLocks noGrp="1"/>
          </p:cNvSpPr>
          <p:nvPr>
            <p:ph type="title"/>
          </p:nvPr>
        </p:nvSpPr>
        <p:spPr>
          <a:xfrm>
            <a:off x="1120775" y="247650"/>
            <a:ext cx="10533063"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Example 8</a:t>
            </a:r>
            <a:endParaRPr/>
          </a:p>
        </p:txBody>
      </p:sp>
      <p:sp>
        <p:nvSpPr>
          <p:cNvPr id="572" name="Google Shape;572;p46"/>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573" name="Google Shape;573;p46"/>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574" name="Google Shape;574;p46"/>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47"/>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Practice problem</a:t>
            </a:r>
            <a:endParaRPr/>
          </a:p>
        </p:txBody>
      </p:sp>
      <p:pic>
        <p:nvPicPr>
          <p:cNvPr id="580" name="Google Shape;580;p47"/>
          <p:cNvPicPr preferRelativeResize="0">
            <a:picLocks noGrp="1"/>
          </p:cNvPicPr>
          <p:nvPr>
            <p:ph type="body" idx="1"/>
          </p:nvPr>
        </p:nvPicPr>
        <p:blipFill rotWithShape="1">
          <a:blip r:embed="rId3">
            <a:alphaModFix/>
          </a:blip>
          <a:srcRect/>
          <a:stretch/>
        </p:blipFill>
        <p:spPr>
          <a:xfrm>
            <a:off x="1490324" y="3103588"/>
            <a:ext cx="2743801" cy="3163079"/>
          </a:xfrm>
          <a:prstGeom prst="rect">
            <a:avLst/>
          </a:prstGeom>
          <a:noFill/>
          <a:ln>
            <a:noFill/>
          </a:ln>
        </p:spPr>
      </p:pic>
      <p:sp>
        <p:nvSpPr>
          <p:cNvPr id="581" name="Google Shape;581;p47"/>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582" name="Google Shape;582;p47"/>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583" name="Google Shape;583;p47"/>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pic>
        <p:nvPicPr>
          <p:cNvPr id="584" name="Google Shape;584;p47"/>
          <p:cNvPicPr preferRelativeResize="0"/>
          <p:nvPr/>
        </p:nvPicPr>
        <p:blipFill rotWithShape="1">
          <a:blip r:embed="rId4">
            <a:alphaModFix/>
          </a:blip>
          <a:srcRect/>
          <a:stretch/>
        </p:blipFill>
        <p:spPr>
          <a:xfrm>
            <a:off x="958977" y="822824"/>
            <a:ext cx="9442573" cy="2209622"/>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48"/>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Summary of formulae</a:t>
            </a:r>
            <a:endParaRPr/>
          </a:p>
        </p:txBody>
      </p:sp>
      <p:pic>
        <p:nvPicPr>
          <p:cNvPr id="590" name="Google Shape;590;p48"/>
          <p:cNvPicPr preferRelativeResize="0">
            <a:picLocks noGrp="1"/>
          </p:cNvPicPr>
          <p:nvPr>
            <p:ph type="body" idx="1"/>
          </p:nvPr>
        </p:nvPicPr>
        <p:blipFill rotWithShape="1">
          <a:blip r:embed="rId3">
            <a:alphaModFix/>
          </a:blip>
          <a:srcRect/>
          <a:stretch/>
        </p:blipFill>
        <p:spPr>
          <a:xfrm>
            <a:off x="3732369" y="821634"/>
            <a:ext cx="5331997" cy="5761797"/>
          </a:xfrm>
          <a:prstGeom prst="rect">
            <a:avLst/>
          </a:prstGeom>
          <a:noFill/>
          <a:ln>
            <a:noFill/>
          </a:ln>
        </p:spPr>
      </p:pic>
      <p:sp>
        <p:nvSpPr>
          <p:cNvPr id="591" name="Google Shape;591;p48"/>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592" name="Google Shape;592;p48"/>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593" name="Google Shape;593;p48"/>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49"/>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Admittance and conductance (1/R)</a:t>
            </a:r>
            <a:endParaRPr/>
          </a:p>
        </p:txBody>
      </p:sp>
      <p:pic>
        <p:nvPicPr>
          <p:cNvPr id="599" name="Google Shape;599;p49"/>
          <p:cNvPicPr preferRelativeResize="0"/>
          <p:nvPr/>
        </p:nvPicPr>
        <p:blipFill rotWithShape="1">
          <a:blip r:embed="rId3">
            <a:alphaModFix/>
          </a:blip>
          <a:srcRect l="38581" t="30358" r="44412" b="57987"/>
          <a:stretch/>
        </p:blipFill>
        <p:spPr>
          <a:xfrm>
            <a:off x="4263074" y="1700784"/>
            <a:ext cx="2466910" cy="950931"/>
          </a:xfrm>
          <a:prstGeom prst="rect">
            <a:avLst/>
          </a:prstGeom>
          <a:noFill/>
          <a:ln>
            <a:noFill/>
          </a:ln>
        </p:spPr>
      </p:pic>
      <p:pic>
        <p:nvPicPr>
          <p:cNvPr id="600" name="Google Shape;600;p49"/>
          <p:cNvPicPr preferRelativeResize="0"/>
          <p:nvPr/>
        </p:nvPicPr>
        <p:blipFill rotWithShape="1">
          <a:blip r:embed="rId3">
            <a:alphaModFix/>
          </a:blip>
          <a:srcRect l="38232" t="81933" r="39345" b="7932"/>
          <a:stretch/>
        </p:blipFill>
        <p:spPr>
          <a:xfrm>
            <a:off x="3959351" y="5811281"/>
            <a:ext cx="3452769" cy="877822"/>
          </a:xfrm>
          <a:prstGeom prst="rect">
            <a:avLst/>
          </a:prstGeom>
          <a:noFill/>
          <a:ln>
            <a:noFill/>
          </a:ln>
        </p:spPr>
      </p:pic>
      <p:sp>
        <p:nvSpPr>
          <p:cNvPr id="601" name="Google Shape;601;p49"/>
          <p:cNvSpPr txBox="1">
            <a:spLocks noGrp="1"/>
          </p:cNvSpPr>
          <p:nvPr>
            <p:ph type="body" idx="1"/>
          </p:nvPr>
        </p:nvSpPr>
        <p:spPr>
          <a:xfrm>
            <a:off x="1120587" y="1129552"/>
            <a:ext cx="10872629" cy="5362687"/>
          </a:xfrm>
          <a:prstGeom prst="rect">
            <a:avLst/>
          </a:prstGeom>
          <a:noFill/>
          <a:ln>
            <a:noFill/>
          </a:ln>
        </p:spPr>
        <p:txBody>
          <a:bodyPr spcFirstLastPara="1" wrap="square" lIns="91425" tIns="45700" rIns="91425" bIns="45700" anchor="t" anchorCtr="0">
            <a:normAutofit/>
          </a:bodyPr>
          <a:lstStyle/>
          <a:p>
            <a:pPr marL="384048" lvl="0" indent="-384048" algn="just" rtl="0">
              <a:lnSpc>
                <a:spcPct val="94000"/>
              </a:lnSpc>
              <a:spcBef>
                <a:spcPts val="0"/>
              </a:spcBef>
              <a:spcAft>
                <a:spcPts val="0"/>
              </a:spcAft>
              <a:buClr>
                <a:schemeClr val="dk1"/>
              </a:buClr>
              <a:buSzPts val="2000"/>
              <a:buChar char="■"/>
            </a:pPr>
            <a:r>
              <a:rPr lang="en-US"/>
              <a:t>When resistors having resistances R1, R2, etc. are in parallel, the equivalent resistance R is given by </a:t>
            </a:r>
            <a:endParaRPr/>
          </a:p>
          <a:p>
            <a:pPr marL="384048" lvl="0" indent="-257048" algn="just" rtl="0">
              <a:lnSpc>
                <a:spcPct val="94000"/>
              </a:lnSpc>
              <a:spcBef>
                <a:spcPts val="1200"/>
              </a:spcBef>
              <a:spcAft>
                <a:spcPts val="0"/>
              </a:spcAft>
              <a:buClr>
                <a:schemeClr val="dk1"/>
              </a:buClr>
              <a:buSzPts val="2000"/>
              <a:buNone/>
            </a:pPr>
            <a:endParaRPr/>
          </a:p>
          <a:p>
            <a:pPr marL="384048" lvl="0" indent="-257048" algn="just" rtl="0">
              <a:lnSpc>
                <a:spcPct val="94000"/>
              </a:lnSpc>
              <a:spcBef>
                <a:spcPts val="1200"/>
              </a:spcBef>
              <a:spcAft>
                <a:spcPts val="0"/>
              </a:spcAft>
              <a:buClr>
                <a:schemeClr val="dk1"/>
              </a:buClr>
              <a:buSzPts val="2000"/>
              <a:buNone/>
            </a:pPr>
            <a:endParaRPr/>
          </a:p>
          <a:p>
            <a:pPr marL="384048" lvl="0" indent="-384048" algn="just" rtl="0">
              <a:lnSpc>
                <a:spcPct val="94000"/>
              </a:lnSpc>
              <a:spcBef>
                <a:spcPts val="1200"/>
              </a:spcBef>
              <a:spcAft>
                <a:spcPts val="0"/>
              </a:spcAft>
              <a:buClr>
                <a:schemeClr val="dk1"/>
              </a:buClr>
              <a:buSzPts val="2000"/>
              <a:buChar char="■"/>
            </a:pPr>
            <a:r>
              <a:rPr lang="en-US"/>
              <a:t>In d.c. work the </a:t>
            </a:r>
            <a:r>
              <a:rPr lang="en-US" b="1"/>
              <a:t>reciprocal of the resistance is known as conductance</a:t>
            </a:r>
            <a:r>
              <a:rPr lang="en-US"/>
              <a:t>. It is represented by symbol G and the unit of conductance is the </a:t>
            </a:r>
            <a:r>
              <a:rPr lang="en-US" i="1"/>
              <a:t>siemens</a:t>
            </a:r>
            <a:r>
              <a:rPr lang="en-US"/>
              <a:t>. Hence, if circuits having conductances G1, G2, etc. are in parallel, the total conductance G is given by</a:t>
            </a:r>
            <a:endParaRPr/>
          </a:p>
          <a:p>
            <a:pPr marL="0" lvl="0" indent="0" algn="just" rtl="0">
              <a:lnSpc>
                <a:spcPct val="94000"/>
              </a:lnSpc>
              <a:spcBef>
                <a:spcPts val="1200"/>
              </a:spcBef>
              <a:spcAft>
                <a:spcPts val="0"/>
              </a:spcAft>
              <a:buClr>
                <a:schemeClr val="dk1"/>
              </a:buClr>
              <a:buSzPts val="2000"/>
              <a:buNone/>
            </a:pPr>
            <a:r>
              <a:rPr lang="en-US"/>
              <a:t>			            G = G1 + G2 + . . .</a:t>
            </a:r>
            <a:endParaRPr/>
          </a:p>
          <a:p>
            <a:pPr marL="384048" lvl="0" indent="-384048" algn="just" rtl="0">
              <a:lnSpc>
                <a:spcPct val="94000"/>
              </a:lnSpc>
              <a:spcBef>
                <a:spcPts val="1200"/>
              </a:spcBef>
              <a:spcAft>
                <a:spcPts val="0"/>
              </a:spcAft>
              <a:buClr>
                <a:schemeClr val="dk1"/>
              </a:buClr>
              <a:buSzPts val="2000"/>
              <a:buChar char="■"/>
            </a:pPr>
            <a:r>
              <a:rPr lang="en-US"/>
              <a:t>In a.c. work the conductance is the reciprocal of the resistance only when the circuit possesses no reactance.</a:t>
            </a:r>
            <a:endParaRPr/>
          </a:p>
          <a:p>
            <a:pPr marL="384048" lvl="0" indent="-257048" algn="just" rtl="0">
              <a:lnSpc>
                <a:spcPct val="94000"/>
              </a:lnSpc>
              <a:spcBef>
                <a:spcPts val="1200"/>
              </a:spcBef>
              <a:spcAft>
                <a:spcPts val="0"/>
              </a:spcAft>
              <a:buClr>
                <a:schemeClr val="dk1"/>
              </a:buClr>
              <a:buSzPts val="2000"/>
              <a:buNone/>
            </a:pPr>
            <a:endParaRPr/>
          </a:p>
          <a:p>
            <a:pPr marL="384048" lvl="0" indent="-384048" algn="just" rtl="0">
              <a:lnSpc>
                <a:spcPct val="94000"/>
              </a:lnSpc>
              <a:spcBef>
                <a:spcPts val="1200"/>
              </a:spcBef>
              <a:spcAft>
                <a:spcPts val="0"/>
              </a:spcAft>
              <a:buClr>
                <a:schemeClr val="dk1"/>
              </a:buClr>
              <a:buSzPts val="2000"/>
              <a:buChar char="■"/>
            </a:pPr>
            <a:r>
              <a:rPr lang="en-US"/>
              <a:t>If circuits having impedances Z1, Z2, etc. are connected in parallel across a supply voltage V, then</a:t>
            </a:r>
            <a:endParaRPr/>
          </a:p>
        </p:txBody>
      </p:sp>
      <p:sp>
        <p:nvSpPr>
          <p:cNvPr id="602" name="Google Shape;602;p49"/>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603" name="Google Shape;603;p49"/>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604" name="Google Shape;604;p49"/>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49</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50"/>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 </a:t>
            </a:r>
            <a:endParaRPr/>
          </a:p>
        </p:txBody>
      </p:sp>
      <p:sp>
        <p:nvSpPr>
          <p:cNvPr id="610" name="Google Shape;610;p50"/>
          <p:cNvSpPr txBox="1">
            <a:spLocks noGrp="1"/>
          </p:cNvSpPr>
          <p:nvPr>
            <p:ph type="body" idx="1"/>
          </p:nvPr>
        </p:nvSpPr>
        <p:spPr>
          <a:xfrm>
            <a:off x="1120588" y="1129553"/>
            <a:ext cx="10533530" cy="5059212"/>
          </a:xfrm>
          <a:prstGeom prst="rect">
            <a:avLst/>
          </a:prstGeom>
          <a:noFill/>
          <a:ln>
            <a:noFill/>
          </a:ln>
        </p:spPr>
        <p:txBody>
          <a:bodyPr spcFirstLastPara="1" wrap="square" lIns="91425" tIns="45700" rIns="91425" bIns="45700" anchor="t" anchorCtr="0">
            <a:normAutofit lnSpcReduction="10000"/>
          </a:bodyPr>
          <a:lstStyle/>
          <a:p>
            <a:pPr marL="384048" lvl="0" indent="-384048" algn="just" rtl="0">
              <a:lnSpc>
                <a:spcPct val="94000"/>
              </a:lnSpc>
              <a:spcBef>
                <a:spcPts val="0"/>
              </a:spcBef>
              <a:spcAft>
                <a:spcPts val="0"/>
              </a:spcAft>
              <a:buClr>
                <a:schemeClr val="dk1"/>
              </a:buClr>
              <a:buSzPts val="2000"/>
              <a:buChar char="■"/>
            </a:pPr>
            <a:r>
              <a:rPr lang="en-US"/>
              <a:t>If Z is the equivalent impedance of Z1, Z2, etc. in parallel and if I is the resultant current, then, using complex notation, we have</a:t>
            </a:r>
            <a:endParaRPr/>
          </a:p>
          <a:p>
            <a:pPr marL="0" lvl="0" indent="0" algn="just" rtl="0">
              <a:lnSpc>
                <a:spcPct val="94000"/>
              </a:lnSpc>
              <a:spcBef>
                <a:spcPts val="1200"/>
              </a:spcBef>
              <a:spcAft>
                <a:spcPts val="0"/>
              </a:spcAft>
              <a:buClr>
                <a:schemeClr val="dk1"/>
              </a:buClr>
              <a:buSzPts val="2000"/>
              <a:buNone/>
            </a:pPr>
            <a:r>
              <a:rPr lang="en-US"/>
              <a:t>			I = I1 + I2 + . . .</a:t>
            </a:r>
            <a:endParaRPr/>
          </a:p>
          <a:p>
            <a:pPr marL="384048" lvl="0" indent="-257048" algn="just" rtl="0">
              <a:lnSpc>
                <a:spcPct val="94000"/>
              </a:lnSpc>
              <a:spcBef>
                <a:spcPts val="1200"/>
              </a:spcBef>
              <a:spcAft>
                <a:spcPts val="0"/>
              </a:spcAft>
              <a:buClr>
                <a:schemeClr val="dk1"/>
              </a:buClr>
              <a:buSzPts val="2000"/>
              <a:buNone/>
            </a:pPr>
            <a:endParaRPr/>
          </a:p>
          <a:p>
            <a:pPr marL="384048" lvl="0" indent="-257048" algn="just" rtl="0">
              <a:lnSpc>
                <a:spcPct val="94000"/>
              </a:lnSpc>
              <a:spcBef>
                <a:spcPts val="1200"/>
              </a:spcBef>
              <a:spcAft>
                <a:spcPts val="0"/>
              </a:spcAft>
              <a:buClr>
                <a:schemeClr val="dk1"/>
              </a:buClr>
              <a:buSzPts val="2000"/>
              <a:buNone/>
            </a:pPr>
            <a:endParaRPr/>
          </a:p>
          <a:p>
            <a:pPr marL="384048" lvl="0" indent="-257048" algn="just" rtl="0">
              <a:lnSpc>
                <a:spcPct val="94000"/>
              </a:lnSpc>
              <a:spcBef>
                <a:spcPts val="1200"/>
              </a:spcBef>
              <a:spcAft>
                <a:spcPts val="0"/>
              </a:spcAft>
              <a:buClr>
                <a:schemeClr val="dk1"/>
              </a:buClr>
              <a:buSzPts val="2000"/>
              <a:buNone/>
            </a:pPr>
            <a:endParaRPr/>
          </a:p>
          <a:p>
            <a:pPr marL="384048" lvl="0" indent="-257048" algn="just" rtl="0">
              <a:lnSpc>
                <a:spcPct val="94000"/>
              </a:lnSpc>
              <a:spcBef>
                <a:spcPts val="1200"/>
              </a:spcBef>
              <a:spcAft>
                <a:spcPts val="0"/>
              </a:spcAft>
              <a:buClr>
                <a:schemeClr val="dk1"/>
              </a:buClr>
              <a:buSzPts val="2000"/>
              <a:buNone/>
            </a:pPr>
            <a:endParaRPr/>
          </a:p>
          <a:p>
            <a:pPr marL="384048" lvl="0" indent="-257048" algn="just" rtl="0">
              <a:lnSpc>
                <a:spcPct val="94000"/>
              </a:lnSpc>
              <a:spcBef>
                <a:spcPts val="1200"/>
              </a:spcBef>
              <a:spcAft>
                <a:spcPts val="0"/>
              </a:spcAft>
              <a:buClr>
                <a:schemeClr val="dk1"/>
              </a:buClr>
              <a:buSzPts val="2000"/>
              <a:buNone/>
            </a:pPr>
            <a:endParaRPr/>
          </a:p>
          <a:p>
            <a:pPr marL="384048" lvl="0" indent="-257048" algn="just" rtl="0">
              <a:lnSpc>
                <a:spcPct val="94000"/>
              </a:lnSpc>
              <a:spcBef>
                <a:spcPts val="1200"/>
              </a:spcBef>
              <a:spcAft>
                <a:spcPts val="0"/>
              </a:spcAft>
              <a:buClr>
                <a:schemeClr val="dk1"/>
              </a:buClr>
              <a:buSzPts val="2000"/>
              <a:buNone/>
            </a:pPr>
            <a:endParaRPr/>
          </a:p>
          <a:p>
            <a:pPr marL="384048" lvl="0" indent="-384048" algn="just" rtl="0">
              <a:lnSpc>
                <a:spcPct val="94000"/>
              </a:lnSpc>
              <a:spcBef>
                <a:spcPts val="1200"/>
              </a:spcBef>
              <a:spcAft>
                <a:spcPts val="0"/>
              </a:spcAft>
              <a:buClr>
                <a:schemeClr val="dk1"/>
              </a:buClr>
              <a:buSzPts val="2000"/>
              <a:buChar char="■"/>
            </a:pPr>
            <a:r>
              <a:rPr lang="en-US"/>
              <a:t>The </a:t>
            </a:r>
            <a:r>
              <a:rPr lang="en-US" b="1"/>
              <a:t>reciprocal of impedance is termed admittance </a:t>
            </a:r>
            <a:r>
              <a:rPr lang="en-US"/>
              <a:t>and is represented by the symbol Y, the unit being again the siemens (abbreviation, S). Hence, </a:t>
            </a:r>
            <a:endParaRPr/>
          </a:p>
          <a:p>
            <a:pPr marL="0" lvl="0" indent="0" algn="just" rtl="0">
              <a:lnSpc>
                <a:spcPct val="94000"/>
              </a:lnSpc>
              <a:spcBef>
                <a:spcPts val="1200"/>
              </a:spcBef>
              <a:spcAft>
                <a:spcPts val="0"/>
              </a:spcAft>
              <a:buClr>
                <a:schemeClr val="dk1"/>
              </a:buClr>
              <a:buSzPts val="2000"/>
              <a:buNone/>
            </a:pPr>
            <a:r>
              <a:rPr lang="en-US"/>
              <a:t>			</a:t>
            </a:r>
            <a:endParaRPr/>
          </a:p>
          <a:p>
            <a:pPr marL="0" lvl="0" indent="0" algn="just" rtl="0">
              <a:lnSpc>
                <a:spcPct val="94000"/>
              </a:lnSpc>
              <a:spcBef>
                <a:spcPts val="1200"/>
              </a:spcBef>
              <a:spcAft>
                <a:spcPts val="0"/>
              </a:spcAft>
              <a:buClr>
                <a:schemeClr val="dk1"/>
              </a:buClr>
              <a:buSzPts val="2000"/>
              <a:buNone/>
            </a:pPr>
            <a:r>
              <a:rPr lang="en-US"/>
              <a:t>			Y = Y1 + Y2 + . . .</a:t>
            </a:r>
            <a:endParaRPr/>
          </a:p>
        </p:txBody>
      </p:sp>
      <p:pic>
        <p:nvPicPr>
          <p:cNvPr id="611" name="Google Shape;611;p50"/>
          <p:cNvPicPr preferRelativeResize="0"/>
          <p:nvPr/>
        </p:nvPicPr>
        <p:blipFill rotWithShape="1">
          <a:blip r:embed="rId3">
            <a:alphaModFix/>
          </a:blip>
          <a:srcRect l="39675" t="37600" r="34000" b="35867"/>
          <a:stretch/>
        </p:blipFill>
        <p:spPr>
          <a:xfrm>
            <a:off x="2821191" y="2583180"/>
            <a:ext cx="3209544" cy="1819656"/>
          </a:xfrm>
          <a:prstGeom prst="rect">
            <a:avLst/>
          </a:prstGeom>
          <a:noFill/>
          <a:ln>
            <a:noFill/>
          </a:ln>
        </p:spPr>
      </p:pic>
      <p:sp>
        <p:nvSpPr>
          <p:cNvPr id="612" name="Google Shape;612;p50"/>
          <p:cNvSpPr txBox="1"/>
          <p:nvPr/>
        </p:nvSpPr>
        <p:spPr>
          <a:xfrm>
            <a:off x="1272987" y="400050"/>
            <a:ext cx="10533529" cy="666750"/>
          </a:xfrm>
          <a:prstGeom prst="rect">
            <a:avLst/>
          </a:prstGeom>
          <a:noFill/>
          <a:ln>
            <a:noFill/>
          </a:ln>
        </p:spPr>
        <p:txBody>
          <a:bodyPr spcFirstLastPara="1" wrap="square" lIns="91425" tIns="45700" rIns="91425" bIns="45700" anchor="t" anchorCtr="0">
            <a:normAutofit/>
          </a:bodyPr>
          <a:lstStyle/>
          <a:p>
            <a:pPr marL="0" marR="0" lvl="0" indent="0" algn="l" rtl="0">
              <a:lnSpc>
                <a:spcPct val="89000"/>
              </a:lnSpc>
              <a:spcBef>
                <a:spcPts val="0"/>
              </a:spcBef>
              <a:spcAft>
                <a:spcPts val="0"/>
              </a:spcAft>
              <a:buClr>
                <a:schemeClr val="dk2"/>
              </a:buClr>
              <a:buSzPts val="3200"/>
              <a:buFont typeface="Cambria"/>
              <a:buNone/>
            </a:pPr>
            <a:r>
              <a:rPr lang="en-US" sz="3200" b="1">
                <a:solidFill>
                  <a:schemeClr val="dk2"/>
                </a:solidFill>
                <a:latin typeface="Cambria"/>
                <a:ea typeface="Cambria"/>
                <a:cs typeface="Cambria"/>
                <a:sym typeface="Cambria"/>
              </a:rPr>
              <a:t>Admittance(1/Z), conductance</a:t>
            </a:r>
            <a:endParaRPr/>
          </a:p>
        </p:txBody>
      </p:sp>
      <p:sp>
        <p:nvSpPr>
          <p:cNvPr id="613" name="Google Shape;613;p50"/>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614" name="Google Shape;614;p50"/>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615" name="Google Shape;615;p50"/>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50</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51"/>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Frequency variation in a series RLC circuit</a:t>
            </a:r>
            <a:endParaRPr/>
          </a:p>
        </p:txBody>
      </p:sp>
      <p:pic>
        <p:nvPicPr>
          <p:cNvPr id="621" name="Google Shape;621;p51"/>
          <p:cNvPicPr preferRelativeResize="0">
            <a:picLocks noGrp="1"/>
          </p:cNvPicPr>
          <p:nvPr>
            <p:ph type="body" idx="1"/>
          </p:nvPr>
        </p:nvPicPr>
        <p:blipFill rotWithShape="1">
          <a:blip r:embed="rId3">
            <a:alphaModFix/>
          </a:blip>
          <a:srcRect l="33133" t="72177" r="39503" b="17842"/>
          <a:stretch/>
        </p:blipFill>
        <p:spPr>
          <a:xfrm>
            <a:off x="4720811" y="5340096"/>
            <a:ext cx="3703321" cy="759809"/>
          </a:xfrm>
          <a:prstGeom prst="rect">
            <a:avLst/>
          </a:prstGeom>
          <a:noFill/>
          <a:ln>
            <a:noFill/>
          </a:ln>
        </p:spPr>
      </p:pic>
      <p:pic>
        <p:nvPicPr>
          <p:cNvPr id="622" name="Google Shape;622;p51"/>
          <p:cNvPicPr preferRelativeResize="0"/>
          <p:nvPr/>
        </p:nvPicPr>
        <p:blipFill rotWithShape="1">
          <a:blip r:embed="rId3">
            <a:alphaModFix/>
          </a:blip>
          <a:srcRect l="9191" t="33467" r="67675" b="16481"/>
          <a:stretch/>
        </p:blipFill>
        <p:spPr>
          <a:xfrm>
            <a:off x="891986" y="2041907"/>
            <a:ext cx="2820477" cy="3432556"/>
          </a:xfrm>
          <a:prstGeom prst="rect">
            <a:avLst/>
          </a:prstGeom>
          <a:noFill/>
          <a:ln>
            <a:noFill/>
          </a:ln>
        </p:spPr>
      </p:pic>
      <p:pic>
        <p:nvPicPr>
          <p:cNvPr id="623" name="Google Shape;623;p51"/>
          <p:cNvPicPr preferRelativeResize="0"/>
          <p:nvPr/>
        </p:nvPicPr>
        <p:blipFill rotWithShape="1">
          <a:blip r:embed="rId3">
            <a:alphaModFix/>
          </a:blip>
          <a:srcRect l="38485" t="30189" r="36051" b="52581"/>
          <a:stretch/>
        </p:blipFill>
        <p:spPr>
          <a:xfrm>
            <a:off x="5586983" y="1401554"/>
            <a:ext cx="3364993" cy="1280706"/>
          </a:xfrm>
          <a:prstGeom prst="rect">
            <a:avLst/>
          </a:prstGeom>
          <a:noFill/>
          <a:ln>
            <a:noFill/>
          </a:ln>
        </p:spPr>
      </p:pic>
      <p:sp>
        <p:nvSpPr>
          <p:cNvPr id="624" name="Google Shape;624;p51"/>
          <p:cNvSpPr txBox="1"/>
          <p:nvPr/>
        </p:nvSpPr>
        <p:spPr>
          <a:xfrm>
            <a:off x="3989292" y="1024129"/>
            <a:ext cx="7664824" cy="5520106"/>
          </a:xfrm>
          <a:prstGeom prst="rect">
            <a:avLst/>
          </a:prstGeom>
          <a:noFill/>
          <a:ln>
            <a:noFill/>
          </a:ln>
        </p:spPr>
        <p:txBody>
          <a:bodyPr spcFirstLastPara="1" wrap="square" lIns="91425" tIns="45700" rIns="91425" bIns="45700" anchor="t" anchorCtr="0">
            <a:normAutofit lnSpcReduction="10000"/>
          </a:bodyPr>
          <a:lstStyle/>
          <a:p>
            <a:pPr marL="0" marR="0" lvl="0" indent="0" algn="just" rtl="0">
              <a:lnSpc>
                <a:spcPct val="94000"/>
              </a:lnSpc>
              <a:spcBef>
                <a:spcPts val="0"/>
              </a:spcBef>
              <a:spcAft>
                <a:spcPts val="0"/>
              </a:spcAft>
              <a:buClr>
                <a:schemeClr val="dk1"/>
              </a:buClr>
              <a:buSzPts val="2000"/>
              <a:buFont typeface="Libre Franklin"/>
              <a:buNone/>
            </a:pPr>
            <a:r>
              <a:rPr lang="en-US" sz="2000">
                <a:solidFill>
                  <a:schemeClr val="dk1"/>
                </a:solidFill>
                <a:latin typeface="Calibri"/>
                <a:ea typeface="Calibri"/>
                <a:cs typeface="Calibri"/>
                <a:sym typeface="Calibri"/>
              </a:rPr>
              <a:t>	The impedance Z of this circuit is given by</a:t>
            </a:r>
            <a:endParaRPr/>
          </a:p>
          <a:p>
            <a:pPr marL="384048" marR="0" lvl="0" indent="-257048" algn="just" rtl="0">
              <a:lnSpc>
                <a:spcPct val="94000"/>
              </a:lnSpc>
              <a:spcBef>
                <a:spcPts val="1200"/>
              </a:spcBef>
              <a:spcAft>
                <a:spcPts val="0"/>
              </a:spcAft>
              <a:buClr>
                <a:schemeClr val="dk1"/>
              </a:buClr>
              <a:buSzPts val="2000"/>
              <a:buFont typeface="Libre Franklin"/>
              <a:buNone/>
            </a:pPr>
            <a:endParaRPr sz="2000">
              <a:solidFill>
                <a:schemeClr val="dk1"/>
              </a:solidFill>
              <a:latin typeface="Calibri"/>
              <a:ea typeface="Calibri"/>
              <a:cs typeface="Calibri"/>
              <a:sym typeface="Calibri"/>
            </a:endParaRPr>
          </a:p>
          <a:p>
            <a:pPr marL="384048" marR="0" lvl="0" indent="-257048" algn="just" rtl="0">
              <a:lnSpc>
                <a:spcPct val="94000"/>
              </a:lnSpc>
              <a:spcBef>
                <a:spcPts val="1200"/>
              </a:spcBef>
              <a:spcAft>
                <a:spcPts val="0"/>
              </a:spcAft>
              <a:buClr>
                <a:schemeClr val="dk1"/>
              </a:buClr>
              <a:buSzPts val="2000"/>
              <a:buFont typeface="Libre Franklin"/>
              <a:buNone/>
            </a:pPr>
            <a:endParaRPr sz="2000">
              <a:solidFill>
                <a:schemeClr val="dk1"/>
              </a:solidFill>
              <a:latin typeface="Calibri"/>
              <a:ea typeface="Calibri"/>
              <a:cs typeface="Calibri"/>
              <a:sym typeface="Calibri"/>
            </a:endParaRPr>
          </a:p>
          <a:p>
            <a:pPr marL="384048" marR="0" lvl="0" indent="-257048" algn="just" rtl="0">
              <a:lnSpc>
                <a:spcPct val="94000"/>
              </a:lnSpc>
              <a:spcBef>
                <a:spcPts val="1200"/>
              </a:spcBef>
              <a:spcAft>
                <a:spcPts val="0"/>
              </a:spcAft>
              <a:buClr>
                <a:schemeClr val="dk1"/>
              </a:buClr>
              <a:buSzPts val="2000"/>
              <a:buFont typeface="Libre Franklin"/>
              <a:buNone/>
            </a:pPr>
            <a:endParaRPr sz="2000">
              <a:solidFill>
                <a:schemeClr val="dk1"/>
              </a:solidFill>
              <a:latin typeface="Calibri"/>
              <a:ea typeface="Calibri"/>
              <a:cs typeface="Calibri"/>
              <a:sym typeface="Calibri"/>
            </a:endParaRPr>
          </a:p>
          <a:p>
            <a:pPr marL="0" marR="0" lvl="0" indent="0" algn="just" rtl="0">
              <a:lnSpc>
                <a:spcPct val="94000"/>
              </a:lnSpc>
              <a:spcBef>
                <a:spcPts val="1200"/>
              </a:spcBef>
              <a:spcAft>
                <a:spcPts val="0"/>
              </a:spcAft>
              <a:buClr>
                <a:schemeClr val="dk1"/>
              </a:buClr>
              <a:buSzPts val="2000"/>
              <a:buFont typeface="Libre Franklin"/>
              <a:buNone/>
            </a:pPr>
            <a:r>
              <a:rPr lang="en-US" sz="2000">
                <a:solidFill>
                  <a:schemeClr val="dk1"/>
                </a:solidFill>
                <a:latin typeface="Calibri"/>
                <a:ea typeface="Calibri"/>
                <a:cs typeface="Calibri"/>
                <a:sym typeface="Calibri"/>
              </a:rPr>
              <a:t>	The value of the reactance X of the circuit </a:t>
            </a:r>
            <a:endParaRPr/>
          </a:p>
          <a:p>
            <a:pPr marL="0" marR="0" lvl="0" indent="0" algn="just" rtl="0">
              <a:lnSpc>
                <a:spcPct val="94000"/>
              </a:lnSpc>
              <a:spcBef>
                <a:spcPts val="1200"/>
              </a:spcBef>
              <a:spcAft>
                <a:spcPts val="0"/>
              </a:spcAft>
              <a:buClr>
                <a:schemeClr val="dk1"/>
              </a:buClr>
              <a:buSzPts val="2000"/>
              <a:buFont typeface="Libre Franklin"/>
              <a:buNone/>
            </a:pPr>
            <a:r>
              <a:rPr lang="en-US" sz="2000">
                <a:solidFill>
                  <a:schemeClr val="dk1"/>
                </a:solidFill>
                <a:latin typeface="Calibri"/>
                <a:ea typeface="Calibri"/>
                <a:cs typeface="Calibri"/>
                <a:sym typeface="Calibri"/>
              </a:rPr>
              <a:t>	ωL − 1/(ωC) (i.e. inductive reactance − capacitive reactance) 	will depend on frequency.</a:t>
            </a:r>
            <a:endParaRPr/>
          </a:p>
          <a:p>
            <a:pPr marL="895350" marR="0" lvl="0" indent="0" algn="just" rtl="0">
              <a:lnSpc>
                <a:spcPct val="94000"/>
              </a:lnSpc>
              <a:spcBef>
                <a:spcPts val="1200"/>
              </a:spcBef>
              <a:spcAft>
                <a:spcPts val="0"/>
              </a:spcAft>
              <a:buClr>
                <a:schemeClr val="dk1"/>
              </a:buClr>
              <a:buSzPts val="2000"/>
              <a:buFont typeface="Libre Franklin"/>
              <a:buNone/>
            </a:pPr>
            <a:r>
              <a:rPr lang="en-US" sz="2000">
                <a:solidFill>
                  <a:schemeClr val="dk1"/>
                </a:solidFill>
                <a:latin typeface="Calibri"/>
                <a:ea typeface="Calibri"/>
                <a:cs typeface="Calibri"/>
                <a:sym typeface="Calibri"/>
              </a:rPr>
              <a:t>For the inductive reactance:</a:t>
            </a:r>
            <a:endParaRPr/>
          </a:p>
          <a:p>
            <a:pPr marL="895350" marR="0" lvl="0" indent="0" algn="just" rtl="0">
              <a:lnSpc>
                <a:spcPct val="94000"/>
              </a:lnSpc>
              <a:spcBef>
                <a:spcPts val="1200"/>
              </a:spcBef>
              <a:spcAft>
                <a:spcPts val="0"/>
              </a:spcAft>
              <a:buClr>
                <a:schemeClr val="dk1"/>
              </a:buClr>
              <a:buSzPts val="2000"/>
              <a:buFont typeface="Libre Franklin"/>
              <a:buNone/>
            </a:pPr>
            <a:r>
              <a:rPr lang="en-US" sz="2000">
                <a:solidFill>
                  <a:schemeClr val="dk1"/>
                </a:solidFill>
                <a:latin typeface="Calibri"/>
                <a:ea typeface="Calibri"/>
                <a:cs typeface="Calibri"/>
                <a:sym typeface="Calibri"/>
              </a:rPr>
              <a:t>	</a:t>
            </a:r>
            <a:r>
              <a:rPr lang="en-US" sz="2000">
                <a:solidFill>
                  <a:srgbClr val="3F3F3F"/>
                </a:solidFill>
                <a:latin typeface="Calibri"/>
                <a:ea typeface="Calibri"/>
                <a:cs typeface="Calibri"/>
                <a:sym typeface="Calibri"/>
              </a:rPr>
              <a:t>         |XL| = ωL = 2π fL</a:t>
            </a:r>
            <a:endParaRPr sz="2000">
              <a:solidFill>
                <a:srgbClr val="3F3F3F"/>
              </a:solidFill>
              <a:latin typeface="Calibri"/>
              <a:ea typeface="Calibri"/>
              <a:cs typeface="Calibri"/>
              <a:sym typeface="Calibri"/>
            </a:endParaRPr>
          </a:p>
          <a:p>
            <a:pPr marL="895350" marR="0" lvl="0" indent="0" algn="just" rtl="0">
              <a:lnSpc>
                <a:spcPct val="94000"/>
              </a:lnSpc>
              <a:spcBef>
                <a:spcPts val="1200"/>
              </a:spcBef>
              <a:spcAft>
                <a:spcPts val="0"/>
              </a:spcAft>
              <a:buClr>
                <a:schemeClr val="dk1"/>
              </a:buClr>
              <a:buSzPts val="2000"/>
              <a:buFont typeface="Libre Franklin"/>
              <a:buNone/>
            </a:pPr>
            <a:r>
              <a:rPr lang="en-US" sz="2000">
                <a:solidFill>
                  <a:schemeClr val="dk1"/>
                </a:solidFill>
                <a:latin typeface="Calibri"/>
                <a:ea typeface="Calibri"/>
                <a:cs typeface="Calibri"/>
                <a:sym typeface="Calibri"/>
              </a:rPr>
              <a:t>which will increase with frequency.</a:t>
            </a:r>
            <a:endParaRPr/>
          </a:p>
          <a:p>
            <a:pPr marL="895350" marR="0" lvl="0" indent="0" algn="just" rtl="0">
              <a:lnSpc>
                <a:spcPct val="94000"/>
              </a:lnSpc>
              <a:spcBef>
                <a:spcPts val="1200"/>
              </a:spcBef>
              <a:spcAft>
                <a:spcPts val="0"/>
              </a:spcAft>
              <a:buClr>
                <a:schemeClr val="dk1"/>
              </a:buClr>
              <a:buSzPts val="2000"/>
              <a:buFont typeface="Libre Franklin"/>
              <a:buNone/>
            </a:pPr>
            <a:r>
              <a:rPr lang="en-US" sz="2000">
                <a:solidFill>
                  <a:schemeClr val="dk1"/>
                </a:solidFill>
                <a:latin typeface="Calibri"/>
                <a:ea typeface="Calibri"/>
                <a:cs typeface="Calibri"/>
                <a:sym typeface="Calibri"/>
              </a:rPr>
              <a:t>For the capacitive reactance:</a:t>
            </a:r>
            <a:endParaRPr/>
          </a:p>
          <a:p>
            <a:pPr marL="895350" marR="0" lvl="0" indent="0" algn="just" rtl="0">
              <a:lnSpc>
                <a:spcPct val="94000"/>
              </a:lnSpc>
              <a:spcBef>
                <a:spcPts val="1200"/>
              </a:spcBef>
              <a:spcAft>
                <a:spcPts val="0"/>
              </a:spcAft>
              <a:buClr>
                <a:schemeClr val="dk1"/>
              </a:buClr>
              <a:buSzPts val="2000"/>
              <a:buFont typeface="Libre Franklin"/>
              <a:buNone/>
            </a:pPr>
            <a:endParaRPr sz="2000">
              <a:solidFill>
                <a:schemeClr val="dk1"/>
              </a:solidFill>
              <a:latin typeface="Calibri"/>
              <a:ea typeface="Calibri"/>
              <a:cs typeface="Calibri"/>
              <a:sym typeface="Calibri"/>
            </a:endParaRPr>
          </a:p>
          <a:p>
            <a:pPr marL="895350" marR="0" lvl="0" indent="0" algn="just" rtl="0">
              <a:lnSpc>
                <a:spcPct val="94000"/>
              </a:lnSpc>
              <a:spcBef>
                <a:spcPts val="1200"/>
              </a:spcBef>
              <a:spcAft>
                <a:spcPts val="0"/>
              </a:spcAft>
              <a:buClr>
                <a:schemeClr val="dk1"/>
              </a:buClr>
              <a:buSzPts val="2000"/>
              <a:buFont typeface="Libre Franklin"/>
              <a:buNone/>
            </a:pPr>
            <a:endParaRPr sz="2000">
              <a:solidFill>
                <a:schemeClr val="dk1"/>
              </a:solidFill>
              <a:latin typeface="Calibri"/>
              <a:ea typeface="Calibri"/>
              <a:cs typeface="Calibri"/>
              <a:sym typeface="Calibri"/>
            </a:endParaRPr>
          </a:p>
          <a:p>
            <a:pPr marL="895350" marR="0" lvl="0" indent="0" algn="just" rtl="0">
              <a:lnSpc>
                <a:spcPct val="94000"/>
              </a:lnSpc>
              <a:spcBef>
                <a:spcPts val="1200"/>
              </a:spcBef>
              <a:spcAft>
                <a:spcPts val="0"/>
              </a:spcAft>
              <a:buClr>
                <a:schemeClr val="dk1"/>
              </a:buClr>
              <a:buSzPts val="2000"/>
              <a:buFont typeface="Libre Franklin"/>
              <a:buNone/>
            </a:pPr>
            <a:r>
              <a:rPr lang="en-US" sz="2000">
                <a:solidFill>
                  <a:schemeClr val="dk1"/>
                </a:solidFill>
                <a:latin typeface="Calibri"/>
                <a:ea typeface="Calibri"/>
                <a:cs typeface="Calibri"/>
                <a:sym typeface="Calibri"/>
              </a:rPr>
              <a:t>which is largest at low frequencies.</a:t>
            </a:r>
            <a:endParaRPr sz="2000">
              <a:solidFill>
                <a:schemeClr val="dk1"/>
              </a:solidFill>
              <a:latin typeface="Calibri"/>
              <a:ea typeface="Calibri"/>
              <a:cs typeface="Calibri"/>
              <a:sym typeface="Calibri"/>
            </a:endParaRPr>
          </a:p>
        </p:txBody>
      </p:sp>
      <p:sp>
        <p:nvSpPr>
          <p:cNvPr id="625" name="Google Shape;625;p51"/>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626" name="Google Shape;626;p51"/>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627" name="Google Shape;627;p51"/>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52"/>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r>
              <a:rPr lang="en-US"/>
              <a:t>The resonant frequency of a series RLC circuit</a:t>
            </a:r>
            <a:endParaRPr/>
          </a:p>
        </p:txBody>
      </p:sp>
      <p:pic>
        <p:nvPicPr>
          <p:cNvPr id="633" name="Google Shape;633;p52"/>
          <p:cNvPicPr preferRelativeResize="0">
            <a:picLocks noGrp="1"/>
          </p:cNvPicPr>
          <p:nvPr>
            <p:ph type="body" idx="1"/>
          </p:nvPr>
        </p:nvPicPr>
        <p:blipFill rotWithShape="1">
          <a:blip r:embed="rId3">
            <a:alphaModFix/>
          </a:blip>
          <a:srcRect l="9189" t="31315" r="11664" b="18855"/>
          <a:stretch/>
        </p:blipFill>
        <p:spPr>
          <a:xfrm>
            <a:off x="1216151" y="1558588"/>
            <a:ext cx="10586273" cy="3749040"/>
          </a:xfrm>
          <a:prstGeom prst="rect">
            <a:avLst/>
          </a:prstGeom>
          <a:noFill/>
          <a:ln>
            <a:noFill/>
          </a:ln>
        </p:spPr>
      </p:pic>
      <p:sp>
        <p:nvSpPr>
          <p:cNvPr id="634" name="Google Shape;634;p52"/>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635" name="Google Shape;635;p52"/>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636" name="Google Shape;636;p52"/>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52</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53"/>
          <p:cNvSpPr txBox="1">
            <a:spLocks noGrp="1"/>
          </p:cNvSpPr>
          <p:nvPr>
            <p:ph type="title"/>
          </p:nvPr>
        </p:nvSpPr>
        <p:spPr>
          <a:xfrm>
            <a:off x="1981200" y="274639"/>
            <a:ext cx="8229600" cy="721379"/>
          </a:xfrm>
          <a:prstGeom prst="rect">
            <a:avLst/>
          </a:prstGeom>
          <a:noFill/>
          <a:ln>
            <a:noFill/>
          </a:ln>
        </p:spPr>
        <p:txBody>
          <a:bodyPr spcFirstLastPara="1" wrap="square" lIns="91425" tIns="45700" rIns="91425" bIns="45700" anchor="ctr" anchorCtr="0">
            <a:noAutofit/>
          </a:bodyPr>
          <a:lstStyle/>
          <a:p>
            <a:pPr marL="0" lvl="0" indent="0" algn="l" rtl="0">
              <a:lnSpc>
                <a:spcPct val="89000"/>
              </a:lnSpc>
              <a:spcBef>
                <a:spcPts val="0"/>
              </a:spcBef>
              <a:spcAft>
                <a:spcPts val="0"/>
              </a:spcAft>
              <a:buClr>
                <a:schemeClr val="dk2"/>
              </a:buClr>
              <a:buSzPts val="3600"/>
              <a:buFont typeface="Cambria"/>
              <a:buNone/>
            </a:pPr>
            <a:r>
              <a:rPr lang="en-US" sz="3600"/>
              <a:t>Single Phase Transformer</a:t>
            </a:r>
            <a:endParaRPr/>
          </a:p>
        </p:txBody>
      </p:sp>
      <p:sp>
        <p:nvSpPr>
          <p:cNvPr id="642" name="Google Shape;642;p53"/>
          <p:cNvSpPr txBox="1">
            <a:spLocks noGrp="1"/>
          </p:cNvSpPr>
          <p:nvPr>
            <p:ph type="body" idx="1"/>
          </p:nvPr>
        </p:nvSpPr>
        <p:spPr>
          <a:xfrm>
            <a:off x="1905000" y="1066801"/>
            <a:ext cx="8229600" cy="5267113"/>
          </a:xfrm>
          <a:prstGeom prst="rect">
            <a:avLst/>
          </a:prstGeom>
          <a:noFill/>
          <a:ln>
            <a:noFill/>
          </a:ln>
        </p:spPr>
        <p:txBody>
          <a:bodyPr spcFirstLastPara="1" wrap="square" lIns="91425" tIns="45700" rIns="91425" bIns="45700" anchor="t" anchorCtr="0">
            <a:normAutofit/>
          </a:bodyPr>
          <a:lstStyle/>
          <a:p>
            <a:pPr marL="0" lvl="0" indent="0" algn="just" rtl="0">
              <a:lnSpc>
                <a:spcPct val="94000"/>
              </a:lnSpc>
              <a:spcBef>
                <a:spcPts val="0"/>
              </a:spcBef>
              <a:spcAft>
                <a:spcPts val="0"/>
              </a:spcAft>
              <a:buClr>
                <a:srgbClr val="0070C0"/>
              </a:buClr>
              <a:buSzPts val="2400"/>
              <a:buNone/>
            </a:pPr>
            <a:r>
              <a:rPr lang="en-US" sz="2400" b="1" i="1">
                <a:solidFill>
                  <a:srgbClr val="0070C0"/>
                </a:solidFill>
                <a:latin typeface="Times New Roman"/>
                <a:ea typeface="Times New Roman"/>
                <a:cs typeface="Times New Roman"/>
                <a:sym typeface="Times New Roman"/>
              </a:rPr>
              <a:t>A static device which transfers electrical energy from one ac circuit to another with the desired change in voltage or current and without any change in frequency</a:t>
            </a:r>
            <a:endParaRPr/>
          </a:p>
          <a:p>
            <a:pPr marL="384048" lvl="0" indent="-384048" algn="just" rtl="0">
              <a:lnSpc>
                <a:spcPct val="94000"/>
              </a:lnSpc>
              <a:spcBef>
                <a:spcPts val="1200"/>
              </a:spcBef>
              <a:spcAft>
                <a:spcPts val="0"/>
              </a:spcAft>
              <a:buClr>
                <a:schemeClr val="dk1"/>
              </a:buClr>
              <a:buSzPts val="2400"/>
              <a:buChar char="■"/>
            </a:pPr>
            <a:r>
              <a:rPr lang="en-US" sz="2400">
                <a:latin typeface="Times New Roman"/>
                <a:ea typeface="Times New Roman"/>
                <a:cs typeface="Times New Roman"/>
                <a:sym typeface="Times New Roman"/>
              </a:rPr>
              <a:t>AC device</a:t>
            </a:r>
            <a:endParaRPr/>
          </a:p>
          <a:p>
            <a:pPr marL="384048" lvl="0" indent="-384048" algn="just" rtl="0">
              <a:lnSpc>
                <a:spcPct val="94000"/>
              </a:lnSpc>
              <a:spcBef>
                <a:spcPts val="1200"/>
              </a:spcBef>
              <a:spcAft>
                <a:spcPts val="0"/>
              </a:spcAft>
              <a:buClr>
                <a:schemeClr val="dk1"/>
              </a:buClr>
              <a:buSzPts val="2400"/>
              <a:buChar char="■"/>
            </a:pPr>
            <a:r>
              <a:rPr lang="en-US" sz="2400">
                <a:latin typeface="Times New Roman"/>
                <a:ea typeface="Times New Roman"/>
                <a:cs typeface="Times New Roman"/>
                <a:sym typeface="Times New Roman"/>
              </a:rPr>
              <a:t>Voltage/current can be amplified or reduced</a:t>
            </a:r>
            <a:endParaRPr/>
          </a:p>
          <a:p>
            <a:pPr marL="384048" lvl="0" indent="-384048" algn="just" rtl="0">
              <a:lnSpc>
                <a:spcPct val="94000"/>
              </a:lnSpc>
              <a:spcBef>
                <a:spcPts val="1200"/>
              </a:spcBef>
              <a:spcAft>
                <a:spcPts val="0"/>
              </a:spcAft>
              <a:buClr>
                <a:schemeClr val="dk1"/>
              </a:buClr>
              <a:buSzPts val="2400"/>
              <a:buChar char="■"/>
            </a:pPr>
            <a:r>
              <a:rPr lang="en-US" sz="2400">
                <a:latin typeface="Times New Roman"/>
                <a:ea typeface="Times New Roman"/>
                <a:cs typeface="Times New Roman"/>
                <a:sym typeface="Times New Roman"/>
              </a:rPr>
              <a:t>Step-up and step-down transformer</a:t>
            </a:r>
            <a:endParaRPr/>
          </a:p>
          <a:p>
            <a:pPr marL="384048" lvl="0" indent="-384048" algn="just" rtl="0">
              <a:lnSpc>
                <a:spcPct val="94000"/>
              </a:lnSpc>
              <a:spcBef>
                <a:spcPts val="1200"/>
              </a:spcBef>
              <a:spcAft>
                <a:spcPts val="0"/>
              </a:spcAft>
              <a:buClr>
                <a:schemeClr val="dk1"/>
              </a:buClr>
              <a:buSzPts val="2400"/>
              <a:buChar char="■"/>
            </a:pPr>
            <a:r>
              <a:rPr lang="en-US" sz="2400">
                <a:latin typeface="Times New Roman"/>
                <a:ea typeface="Times New Roman"/>
                <a:cs typeface="Times New Roman"/>
                <a:sym typeface="Times New Roman"/>
              </a:rPr>
              <a:t>Step-up: Step up to higher voltages for the transmission lines. </a:t>
            </a:r>
            <a:endParaRPr/>
          </a:p>
          <a:p>
            <a:pPr marL="384048" lvl="0" indent="-384048" algn="just" rtl="0">
              <a:lnSpc>
                <a:spcPct val="94000"/>
              </a:lnSpc>
              <a:spcBef>
                <a:spcPts val="1200"/>
              </a:spcBef>
              <a:spcAft>
                <a:spcPts val="0"/>
              </a:spcAft>
              <a:buClr>
                <a:schemeClr val="dk1"/>
              </a:buClr>
              <a:buSzPts val="2400"/>
              <a:buChar char="■"/>
            </a:pPr>
            <a:r>
              <a:rPr lang="en-US" sz="2400">
                <a:latin typeface="Times New Roman"/>
                <a:ea typeface="Times New Roman"/>
                <a:cs typeface="Times New Roman"/>
                <a:sym typeface="Times New Roman"/>
              </a:rPr>
              <a:t>Step-down: To step the voltage down to values suitable for motors, lamps, heaters, etc.</a:t>
            </a:r>
            <a:endParaRPr/>
          </a:p>
          <a:p>
            <a:pPr marL="384048" lvl="0" indent="-384048" algn="just" rtl="0">
              <a:lnSpc>
                <a:spcPct val="94000"/>
              </a:lnSpc>
              <a:spcBef>
                <a:spcPts val="1200"/>
              </a:spcBef>
              <a:spcAft>
                <a:spcPts val="0"/>
              </a:spcAft>
              <a:buClr>
                <a:schemeClr val="dk1"/>
              </a:buClr>
              <a:buSzPts val="2400"/>
              <a:buChar char="■"/>
            </a:pPr>
            <a:r>
              <a:rPr lang="en-US" sz="2400">
                <a:latin typeface="Times New Roman"/>
                <a:ea typeface="Times New Roman"/>
                <a:cs typeface="Times New Roman"/>
                <a:sym typeface="Times New Roman"/>
              </a:rPr>
              <a:t>Single phase transformer and three phase transformer</a:t>
            </a:r>
            <a:endParaRPr/>
          </a:p>
          <a:p>
            <a:pPr marL="384048" lvl="0" indent="-384048" algn="just" rtl="0">
              <a:lnSpc>
                <a:spcPct val="94000"/>
              </a:lnSpc>
              <a:spcBef>
                <a:spcPts val="1200"/>
              </a:spcBef>
              <a:spcAft>
                <a:spcPts val="0"/>
              </a:spcAft>
              <a:buClr>
                <a:schemeClr val="dk1"/>
              </a:buClr>
              <a:buSzPts val="2400"/>
              <a:buChar char="■"/>
            </a:pPr>
            <a:r>
              <a:rPr lang="en-US" sz="2400">
                <a:latin typeface="Times New Roman"/>
                <a:ea typeface="Times New Roman"/>
                <a:cs typeface="Times New Roman"/>
                <a:sym typeface="Times New Roman"/>
              </a:rPr>
              <a:t>Symbol of Transformer - </a:t>
            </a:r>
            <a:endParaRPr/>
          </a:p>
          <a:p>
            <a:pPr marL="384048" lvl="0" indent="-231648" algn="just" rtl="0">
              <a:lnSpc>
                <a:spcPct val="94000"/>
              </a:lnSpc>
              <a:spcBef>
                <a:spcPts val="1200"/>
              </a:spcBef>
              <a:spcAft>
                <a:spcPts val="0"/>
              </a:spcAft>
              <a:buClr>
                <a:schemeClr val="dk1"/>
              </a:buClr>
              <a:buSzPts val="2400"/>
              <a:buNone/>
            </a:pPr>
            <a:endParaRPr sz="2400">
              <a:latin typeface="Times New Roman"/>
              <a:ea typeface="Times New Roman"/>
              <a:cs typeface="Times New Roman"/>
              <a:sym typeface="Times New Roman"/>
            </a:endParaRPr>
          </a:p>
          <a:p>
            <a:pPr marL="384048" lvl="0" indent="-231648" algn="just" rtl="0">
              <a:lnSpc>
                <a:spcPct val="94000"/>
              </a:lnSpc>
              <a:spcBef>
                <a:spcPts val="1200"/>
              </a:spcBef>
              <a:spcAft>
                <a:spcPts val="0"/>
              </a:spcAft>
              <a:buClr>
                <a:schemeClr val="dk1"/>
              </a:buClr>
              <a:buSzPts val="2400"/>
              <a:buNone/>
            </a:pPr>
            <a:endParaRPr sz="2400">
              <a:latin typeface="Times New Roman"/>
              <a:ea typeface="Times New Roman"/>
              <a:cs typeface="Times New Roman"/>
              <a:sym typeface="Times New Roman"/>
            </a:endParaRPr>
          </a:p>
        </p:txBody>
      </p:sp>
      <p:pic>
        <p:nvPicPr>
          <p:cNvPr id="643" name="Google Shape;643;p53"/>
          <p:cNvPicPr preferRelativeResize="0"/>
          <p:nvPr/>
        </p:nvPicPr>
        <p:blipFill rotWithShape="1">
          <a:blip r:embed="rId3">
            <a:alphaModFix/>
          </a:blip>
          <a:srcRect/>
          <a:stretch/>
        </p:blipFill>
        <p:spPr>
          <a:xfrm>
            <a:off x="9353924" y="4986131"/>
            <a:ext cx="1224624" cy="1208368"/>
          </a:xfrm>
          <a:prstGeom prst="rect">
            <a:avLst/>
          </a:prstGeom>
          <a:noFill/>
          <a:ln>
            <a:noFill/>
          </a:ln>
        </p:spPr>
      </p:pic>
      <p:sp>
        <p:nvSpPr>
          <p:cNvPr id="644" name="Google Shape;644;p53"/>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9/24/2024</a:t>
            </a:r>
            <a:endParaRPr/>
          </a:p>
        </p:txBody>
      </p:sp>
      <p:sp>
        <p:nvSpPr>
          <p:cNvPr id="645" name="Google Shape;645;p53"/>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646" name="Google Shape;646;p53"/>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53</a:t>
            </a:f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4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4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4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4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4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4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42">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42">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54"/>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endParaRPr/>
          </a:p>
        </p:txBody>
      </p:sp>
      <p:sp>
        <p:nvSpPr>
          <p:cNvPr id="652" name="Google Shape;652;p54"/>
          <p:cNvSpPr txBox="1">
            <a:spLocks noGrp="1"/>
          </p:cNvSpPr>
          <p:nvPr>
            <p:ph type="body" idx="1"/>
          </p:nvPr>
        </p:nvSpPr>
        <p:spPr>
          <a:xfrm>
            <a:off x="1120588" y="1129553"/>
            <a:ext cx="10533530" cy="5414682"/>
          </a:xfrm>
          <a:prstGeom prst="rect">
            <a:avLst/>
          </a:prstGeom>
          <a:noFill/>
          <a:ln>
            <a:noFill/>
          </a:ln>
        </p:spPr>
        <p:txBody>
          <a:bodyPr spcFirstLastPara="1" wrap="square" lIns="91425" tIns="45700" rIns="91425" bIns="45700" anchor="t" anchorCtr="0">
            <a:normAutofit/>
          </a:bodyPr>
          <a:lstStyle/>
          <a:p>
            <a:pPr marL="384048" lvl="0" indent="-384048" algn="just" rtl="0">
              <a:lnSpc>
                <a:spcPct val="94000"/>
              </a:lnSpc>
              <a:spcBef>
                <a:spcPts val="0"/>
              </a:spcBef>
              <a:spcAft>
                <a:spcPts val="0"/>
              </a:spcAft>
              <a:buClr>
                <a:srgbClr val="3F3F46"/>
              </a:buClr>
              <a:buSzPts val="2000"/>
              <a:buChar char="■"/>
            </a:pPr>
            <a:r>
              <a:rPr lang="en-US" b="0" i="0">
                <a:solidFill>
                  <a:srgbClr val="3F3F46"/>
                </a:solidFill>
                <a:latin typeface="Noto Sans"/>
                <a:ea typeface="Noto Sans"/>
                <a:cs typeface="Noto Sans"/>
                <a:sym typeface="Noto Sans"/>
              </a:rPr>
              <a:t> single-phase transformers are primarily used in residential and small-scale commercial applications.</a:t>
            </a:r>
            <a:endParaRPr/>
          </a:p>
          <a:p>
            <a:pPr marL="384048" lvl="0" indent="-384048" algn="just" rtl="0">
              <a:lnSpc>
                <a:spcPct val="150000"/>
              </a:lnSpc>
              <a:spcBef>
                <a:spcPts val="1200"/>
              </a:spcBef>
              <a:spcAft>
                <a:spcPts val="0"/>
              </a:spcAft>
              <a:buClr>
                <a:srgbClr val="3F3F46"/>
              </a:buClr>
              <a:buSzPts val="2000"/>
              <a:buChar char="■"/>
            </a:pPr>
            <a:r>
              <a:rPr lang="en-US" b="0" i="0">
                <a:solidFill>
                  <a:srgbClr val="3F3F46"/>
                </a:solidFill>
                <a:latin typeface="Noto Sans"/>
                <a:ea typeface="Noto Sans"/>
                <a:cs typeface="Noto Sans"/>
                <a:sym typeface="Noto Sans"/>
              </a:rPr>
              <a:t>A single-phase transformer consists of two coils wound around a common iron core at its core. These coils are known as the primary winding and the secondary winding. When an alternating current (AC) flows through the primary winding, it generates a magnetic field around the iron core. This magnetic field induces a voltage in the secondary winding, allowing for the transfer of electrical energy from the primary to the secondary circuit.</a:t>
            </a:r>
            <a:endParaRPr/>
          </a:p>
          <a:p>
            <a:pPr marL="384048" lvl="0" indent="-384048" algn="just" rtl="0">
              <a:lnSpc>
                <a:spcPct val="150000"/>
              </a:lnSpc>
              <a:spcBef>
                <a:spcPts val="1200"/>
              </a:spcBef>
              <a:spcAft>
                <a:spcPts val="0"/>
              </a:spcAft>
              <a:buClr>
                <a:srgbClr val="3F3F46"/>
              </a:buClr>
              <a:buSzPts val="2000"/>
              <a:buChar char="■"/>
            </a:pPr>
            <a:r>
              <a:rPr lang="en-US">
                <a:solidFill>
                  <a:srgbClr val="3F3F46"/>
                </a:solidFill>
                <a:latin typeface="Noto Sans"/>
                <a:ea typeface="Noto Sans"/>
                <a:cs typeface="Noto Sans"/>
                <a:sym typeface="Noto Sans"/>
              </a:rPr>
              <a:t>use silicon steel laminations 60Hz </a:t>
            </a:r>
            <a:endParaRPr/>
          </a:p>
        </p:txBody>
      </p:sp>
      <p:sp>
        <p:nvSpPr>
          <p:cNvPr id="653" name="Google Shape;653;p54"/>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654" name="Google Shape;654;p54"/>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655" name="Google Shape;655;p54"/>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54</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p55"/>
          <p:cNvSpPr txBox="1">
            <a:spLocks noGrp="1"/>
          </p:cNvSpPr>
          <p:nvPr>
            <p:ph type="title"/>
          </p:nvPr>
        </p:nvSpPr>
        <p:spPr>
          <a:xfrm>
            <a:off x="1981200" y="381000"/>
            <a:ext cx="8229600" cy="639762"/>
          </a:xfrm>
          <a:prstGeom prst="rect">
            <a:avLst/>
          </a:prstGeom>
          <a:noFill/>
          <a:ln>
            <a:noFill/>
          </a:ln>
        </p:spPr>
        <p:txBody>
          <a:bodyPr spcFirstLastPara="1" wrap="square" lIns="91425" tIns="45700" rIns="91425" bIns="45700" anchor="ctr" anchorCtr="0">
            <a:noAutofit/>
          </a:bodyPr>
          <a:lstStyle/>
          <a:p>
            <a:pPr marL="0" lvl="0" indent="0" algn="l" rtl="0">
              <a:lnSpc>
                <a:spcPct val="89000"/>
              </a:lnSpc>
              <a:spcBef>
                <a:spcPts val="0"/>
              </a:spcBef>
              <a:spcAft>
                <a:spcPts val="0"/>
              </a:spcAft>
              <a:buClr>
                <a:schemeClr val="dk2"/>
              </a:buClr>
              <a:buSzPts val="2800"/>
              <a:buFont typeface="Cambria"/>
              <a:buNone/>
            </a:pPr>
            <a:r>
              <a:rPr lang="en-US" sz="2800"/>
              <a:t>Working Principal of Single Phase Transformer</a:t>
            </a:r>
            <a:endParaRPr/>
          </a:p>
        </p:txBody>
      </p:sp>
      <p:pic>
        <p:nvPicPr>
          <p:cNvPr id="661" name="Google Shape;661;p55"/>
          <p:cNvPicPr preferRelativeResize="0"/>
          <p:nvPr/>
        </p:nvPicPr>
        <p:blipFill rotWithShape="1">
          <a:blip r:embed="rId3">
            <a:alphaModFix/>
          </a:blip>
          <a:srcRect l="24166" t="33704" r="30377" b="23333"/>
          <a:stretch/>
        </p:blipFill>
        <p:spPr>
          <a:xfrm>
            <a:off x="2895600" y="3454401"/>
            <a:ext cx="6172200" cy="3281423"/>
          </a:xfrm>
          <a:prstGeom prst="rect">
            <a:avLst/>
          </a:prstGeom>
          <a:noFill/>
          <a:ln>
            <a:noFill/>
          </a:ln>
        </p:spPr>
      </p:pic>
      <p:sp>
        <p:nvSpPr>
          <p:cNvPr id="662" name="Google Shape;662;p55"/>
          <p:cNvSpPr txBox="1"/>
          <p:nvPr/>
        </p:nvSpPr>
        <p:spPr>
          <a:xfrm>
            <a:off x="1981200" y="1295400"/>
            <a:ext cx="8534400" cy="3416320"/>
          </a:xfrm>
          <a:prstGeom prst="rect">
            <a:avLst/>
          </a:prstGeom>
          <a:noFill/>
          <a:ln>
            <a:noFill/>
          </a:ln>
        </p:spPr>
        <p:txBody>
          <a:bodyPr spcFirstLastPara="1" wrap="square" lIns="91425" tIns="45700" rIns="91425" bIns="45700" anchor="t" anchorCtr="0">
            <a:spAutoFit/>
          </a:bodyPr>
          <a:lstStyle/>
          <a:p>
            <a:pPr marL="285750" marR="0" lvl="0" indent="-285750" algn="just"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A steel core C consists of laminated sheets, about 0.35–0.7 mm thick, insulated from one another. </a:t>
            </a:r>
            <a:endParaRPr/>
          </a:p>
          <a:p>
            <a:pPr marL="285750" marR="0" lvl="0" indent="-285750" algn="just"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Coil P is connected to the supply and is therefore termed the </a:t>
            </a:r>
            <a:r>
              <a:rPr lang="en-US" sz="2400" i="1">
                <a:solidFill>
                  <a:schemeClr val="dk1"/>
                </a:solidFill>
                <a:latin typeface="Arial"/>
                <a:ea typeface="Arial"/>
                <a:cs typeface="Arial"/>
                <a:sym typeface="Arial"/>
              </a:rPr>
              <a:t>primary</a:t>
            </a:r>
            <a:r>
              <a:rPr lang="en-US" sz="2400">
                <a:solidFill>
                  <a:schemeClr val="dk1"/>
                </a:solidFill>
                <a:latin typeface="Arial"/>
                <a:ea typeface="Arial"/>
                <a:cs typeface="Arial"/>
                <a:sym typeface="Arial"/>
              </a:rPr>
              <a:t>; coil S is connected to the load and is termed the </a:t>
            </a:r>
            <a:r>
              <a:rPr lang="en-US" sz="2400" i="1">
                <a:solidFill>
                  <a:schemeClr val="dk1"/>
                </a:solidFill>
                <a:latin typeface="Arial"/>
                <a:ea typeface="Arial"/>
                <a:cs typeface="Arial"/>
                <a:sym typeface="Arial"/>
              </a:rPr>
              <a:t>secondary</a:t>
            </a:r>
            <a:r>
              <a:rPr lang="en-US" sz="2400">
                <a:solidFill>
                  <a:schemeClr val="dk1"/>
                </a:solidFill>
                <a:latin typeface="Arial"/>
                <a:ea typeface="Arial"/>
                <a:cs typeface="Arial"/>
                <a:sym typeface="Arial"/>
              </a:rPr>
              <a:t>.</a:t>
            </a:r>
            <a:endParaRPr/>
          </a:p>
          <a:p>
            <a:pPr marL="285750" marR="0" lvl="0" indent="-285750" algn="just" rtl="0">
              <a:spcBef>
                <a:spcPts val="0"/>
              </a:spcBef>
              <a:spcAft>
                <a:spcPts val="0"/>
              </a:spcAft>
              <a:buClr>
                <a:schemeClr val="dk1"/>
              </a:buClr>
              <a:buSzPts val="2400"/>
              <a:buFont typeface="Arial"/>
              <a:buChar char="•"/>
            </a:pPr>
            <a:r>
              <a:rPr lang="en-US" sz="2400">
                <a:solidFill>
                  <a:schemeClr val="dk1"/>
                </a:solidFill>
                <a:latin typeface="Arial"/>
                <a:ea typeface="Arial"/>
                <a:cs typeface="Arial"/>
                <a:sym typeface="Arial"/>
              </a:rPr>
              <a:t>The magnetic flux forms the connecting link between the primary and secondary circuits</a:t>
            </a:r>
            <a:endParaRPr/>
          </a:p>
          <a:p>
            <a:pPr marL="285750" marR="0" lvl="0" indent="-133350" algn="just" rtl="0">
              <a:spcBef>
                <a:spcPts val="0"/>
              </a:spcBef>
              <a:spcAft>
                <a:spcPts val="0"/>
              </a:spcAft>
              <a:buClr>
                <a:schemeClr val="dk1"/>
              </a:buClr>
              <a:buSzPts val="2400"/>
              <a:buFont typeface="Arial"/>
              <a:buNone/>
            </a:pPr>
            <a:endParaRPr sz="2400">
              <a:solidFill>
                <a:schemeClr val="dk1"/>
              </a:solidFill>
              <a:latin typeface="Arial"/>
              <a:ea typeface="Arial"/>
              <a:cs typeface="Arial"/>
              <a:sym typeface="Arial"/>
            </a:endParaRPr>
          </a:p>
          <a:p>
            <a:pPr marL="285750" marR="0" lvl="0" indent="-133350" algn="just" rtl="0">
              <a:spcBef>
                <a:spcPts val="0"/>
              </a:spcBef>
              <a:spcAft>
                <a:spcPts val="0"/>
              </a:spcAft>
              <a:buClr>
                <a:schemeClr val="dk1"/>
              </a:buClr>
              <a:buSzPts val="2400"/>
              <a:buFont typeface="Arial"/>
              <a:buNone/>
            </a:pPr>
            <a:endParaRPr sz="2400">
              <a:solidFill>
                <a:schemeClr val="dk1"/>
              </a:solidFill>
              <a:latin typeface="Calibri"/>
              <a:ea typeface="Calibri"/>
              <a:cs typeface="Calibri"/>
              <a:sym typeface="Calibri"/>
            </a:endParaRPr>
          </a:p>
        </p:txBody>
      </p:sp>
      <p:sp>
        <p:nvSpPr>
          <p:cNvPr id="663" name="Google Shape;663;p55"/>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9/24/2024</a:t>
            </a:r>
            <a:endParaRPr/>
          </a:p>
        </p:txBody>
      </p:sp>
      <p:sp>
        <p:nvSpPr>
          <p:cNvPr id="664" name="Google Shape;664;p55"/>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665" name="Google Shape;665;p55"/>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55</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56"/>
          <p:cNvSpPr txBox="1">
            <a:spLocks noGrp="1"/>
          </p:cNvSpPr>
          <p:nvPr>
            <p:ph type="body" idx="1"/>
          </p:nvPr>
        </p:nvSpPr>
        <p:spPr>
          <a:xfrm>
            <a:off x="1981200" y="914401"/>
            <a:ext cx="8229600" cy="1846659"/>
          </a:xfrm>
          <a:prstGeom prst="rect">
            <a:avLst/>
          </a:prstGeom>
          <a:noFill/>
          <a:ln>
            <a:noFill/>
          </a:ln>
        </p:spPr>
        <p:txBody>
          <a:bodyPr spcFirstLastPara="1" wrap="square" lIns="91425" tIns="45700" rIns="91425" bIns="45700" anchor="t" anchorCtr="0">
            <a:spAutoFit/>
          </a:bodyPr>
          <a:lstStyle/>
          <a:p>
            <a:pPr marL="360363" lvl="0" indent="-360363" algn="just" rtl="0">
              <a:lnSpc>
                <a:spcPct val="94000"/>
              </a:lnSpc>
              <a:spcBef>
                <a:spcPts val="0"/>
              </a:spcBef>
              <a:spcAft>
                <a:spcPts val="0"/>
              </a:spcAft>
              <a:buClr>
                <a:schemeClr val="dk1"/>
              </a:buClr>
              <a:buSzPts val="2000"/>
              <a:buChar char="■"/>
            </a:pPr>
            <a:r>
              <a:rPr lang="en-US"/>
              <a:t>An alternating voltage applied to P circulates an alternating current through P and this current produces an alternating flux in the steel core</a:t>
            </a:r>
            <a:endParaRPr/>
          </a:p>
          <a:p>
            <a:pPr marL="360363" lvl="0" indent="-360363" algn="just" rtl="0">
              <a:lnSpc>
                <a:spcPct val="94000"/>
              </a:lnSpc>
              <a:spcBef>
                <a:spcPts val="1200"/>
              </a:spcBef>
              <a:spcAft>
                <a:spcPts val="0"/>
              </a:spcAft>
              <a:buClr>
                <a:schemeClr val="dk1"/>
              </a:buClr>
              <a:buSzPts val="2000"/>
              <a:buChar char="■"/>
            </a:pPr>
            <a:r>
              <a:rPr lang="en-US"/>
              <a:t>If the whole of the flux produced by P passes through S, the e.m.f. induced in each turn is the same for P and S. </a:t>
            </a:r>
            <a:endParaRPr/>
          </a:p>
          <a:p>
            <a:pPr marL="360363" lvl="0" indent="-360363" algn="just" rtl="0">
              <a:lnSpc>
                <a:spcPct val="94000"/>
              </a:lnSpc>
              <a:spcBef>
                <a:spcPts val="1200"/>
              </a:spcBef>
              <a:spcAft>
                <a:spcPts val="0"/>
              </a:spcAft>
              <a:buClr>
                <a:schemeClr val="dk1"/>
              </a:buClr>
              <a:buSzPts val="2000"/>
              <a:buChar char="■"/>
            </a:pPr>
            <a:r>
              <a:rPr lang="en-US"/>
              <a:t>Hence, if N1 and N2 are the number of turns on P and S respectively,</a:t>
            </a:r>
            <a:endParaRPr/>
          </a:p>
        </p:txBody>
      </p:sp>
      <p:pic>
        <p:nvPicPr>
          <p:cNvPr id="671" name="Google Shape;671;p56"/>
          <p:cNvPicPr preferRelativeResize="0"/>
          <p:nvPr/>
        </p:nvPicPr>
        <p:blipFill rotWithShape="1">
          <a:blip r:embed="rId3">
            <a:alphaModFix/>
          </a:blip>
          <a:srcRect l="37500" t="58889" r="50000" b="27778"/>
          <a:stretch/>
        </p:blipFill>
        <p:spPr>
          <a:xfrm>
            <a:off x="5334001" y="3404718"/>
            <a:ext cx="1903095" cy="1141857"/>
          </a:xfrm>
          <a:prstGeom prst="rect">
            <a:avLst/>
          </a:prstGeom>
          <a:noFill/>
          <a:ln>
            <a:noFill/>
          </a:ln>
        </p:spPr>
      </p:pic>
      <p:pic>
        <p:nvPicPr>
          <p:cNvPr id="672" name="Google Shape;672;p56"/>
          <p:cNvPicPr preferRelativeResize="0"/>
          <p:nvPr/>
        </p:nvPicPr>
        <p:blipFill rotWithShape="1">
          <a:blip r:embed="rId3">
            <a:alphaModFix/>
          </a:blip>
          <a:srcRect l="35833" t="33704" r="42701" b="55926"/>
          <a:stretch/>
        </p:blipFill>
        <p:spPr>
          <a:xfrm>
            <a:off x="2838450" y="2680380"/>
            <a:ext cx="3162300" cy="859367"/>
          </a:xfrm>
          <a:prstGeom prst="rect">
            <a:avLst/>
          </a:prstGeom>
          <a:noFill/>
          <a:ln>
            <a:noFill/>
          </a:ln>
        </p:spPr>
      </p:pic>
      <p:pic>
        <p:nvPicPr>
          <p:cNvPr id="673" name="Google Shape;673;p56"/>
          <p:cNvPicPr preferRelativeResize="0"/>
          <p:nvPr/>
        </p:nvPicPr>
        <p:blipFill rotWithShape="1">
          <a:blip r:embed="rId3">
            <a:alphaModFix/>
          </a:blip>
          <a:srcRect l="73333" t="33704" r="19167" b="55926"/>
          <a:stretch/>
        </p:blipFill>
        <p:spPr>
          <a:xfrm>
            <a:off x="6049010" y="2676192"/>
            <a:ext cx="1104900" cy="859367"/>
          </a:xfrm>
          <a:prstGeom prst="rect">
            <a:avLst/>
          </a:prstGeom>
          <a:noFill/>
          <a:ln>
            <a:noFill/>
          </a:ln>
        </p:spPr>
      </p:pic>
      <p:pic>
        <p:nvPicPr>
          <p:cNvPr id="674" name="Google Shape;674;p56"/>
          <p:cNvPicPr preferRelativeResize="0"/>
          <p:nvPr/>
        </p:nvPicPr>
        <p:blipFill rotWithShape="1">
          <a:blip r:embed="rId4">
            <a:alphaModFix/>
          </a:blip>
          <a:srcRect l="37225" t="41111" r="50000" b="45556"/>
          <a:stretch/>
        </p:blipFill>
        <p:spPr>
          <a:xfrm>
            <a:off x="5867400" y="5661428"/>
            <a:ext cx="1942782" cy="1140551"/>
          </a:xfrm>
          <a:prstGeom prst="rect">
            <a:avLst/>
          </a:prstGeom>
          <a:noFill/>
          <a:ln>
            <a:noFill/>
          </a:ln>
        </p:spPr>
      </p:pic>
      <p:sp>
        <p:nvSpPr>
          <p:cNvPr id="675" name="Google Shape;675;p56"/>
          <p:cNvSpPr txBox="1"/>
          <p:nvPr/>
        </p:nvSpPr>
        <p:spPr>
          <a:xfrm>
            <a:off x="2196465" y="6042517"/>
            <a:ext cx="457200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Calibri"/>
                <a:ea typeface="Calibri"/>
                <a:cs typeface="Calibri"/>
                <a:sym typeface="Calibri"/>
              </a:rPr>
              <a:t>Current ratio is given by:</a:t>
            </a:r>
            <a:endParaRPr/>
          </a:p>
        </p:txBody>
      </p:sp>
      <p:pic>
        <p:nvPicPr>
          <p:cNvPr id="676" name="Google Shape;676;p56"/>
          <p:cNvPicPr preferRelativeResize="0"/>
          <p:nvPr/>
        </p:nvPicPr>
        <p:blipFill rotWithShape="1">
          <a:blip r:embed="rId5">
            <a:alphaModFix/>
          </a:blip>
          <a:srcRect l="57521" t="15926" r="33333" b="75185"/>
          <a:stretch/>
        </p:blipFill>
        <p:spPr>
          <a:xfrm>
            <a:off x="4753610" y="5026985"/>
            <a:ext cx="1052830" cy="575579"/>
          </a:xfrm>
          <a:prstGeom prst="rect">
            <a:avLst/>
          </a:prstGeom>
          <a:noFill/>
          <a:ln>
            <a:noFill/>
          </a:ln>
        </p:spPr>
      </p:pic>
      <p:pic>
        <p:nvPicPr>
          <p:cNvPr id="677" name="Google Shape;677;p56"/>
          <p:cNvPicPr preferRelativeResize="0"/>
          <p:nvPr/>
        </p:nvPicPr>
        <p:blipFill rotWithShape="1">
          <a:blip r:embed="rId5">
            <a:alphaModFix/>
          </a:blip>
          <a:srcRect l="24166" t="17407" r="69667" b="75185"/>
          <a:stretch/>
        </p:blipFill>
        <p:spPr>
          <a:xfrm>
            <a:off x="4170680" y="5104110"/>
            <a:ext cx="623570" cy="421331"/>
          </a:xfrm>
          <a:prstGeom prst="rect">
            <a:avLst/>
          </a:prstGeom>
          <a:noFill/>
          <a:ln>
            <a:noFill/>
          </a:ln>
        </p:spPr>
      </p:pic>
      <p:sp>
        <p:nvSpPr>
          <p:cNvPr id="678" name="Google Shape;678;p56"/>
          <p:cNvSpPr txBox="1"/>
          <p:nvPr/>
        </p:nvSpPr>
        <p:spPr>
          <a:xfrm>
            <a:off x="2196465" y="4480097"/>
            <a:ext cx="7162800"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chemeClr val="dk1"/>
                </a:solidFill>
                <a:latin typeface="Arial"/>
                <a:ea typeface="Arial"/>
                <a:cs typeface="Arial"/>
                <a:sym typeface="Arial"/>
              </a:rPr>
              <a:t>Primary and secondary power factors are nearly equal,</a:t>
            </a:r>
            <a:endParaRPr sz="2000">
              <a:solidFill>
                <a:schemeClr val="dk1"/>
              </a:solidFill>
              <a:latin typeface="Calibri"/>
              <a:ea typeface="Calibri"/>
              <a:cs typeface="Calibri"/>
              <a:sym typeface="Calibri"/>
            </a:endParaRPr>
          </a:p>
        </p:txBody>
      </p:sp>
      <p:pic>
        <p:nvPicPr>
          <p:cNvPr id="679" name="Google Shape;679;p56"/>
          <p:cNvPicPr preferRelativeResize="0"/>
          <p:nvPr/>
        </p:nvPicPr>
        <p:blipFill rotWithShape="1">
          <a:blip r:embed="rId6">
            <a:alphaModFix/>
          </a:blip>
          <a:srcRect l="30834" t="47037" r="45833" b="35717"/>
          <a:stretch/>
        </p:blipFill>
        <p:spPr>
          <a:xfrm>
            <a:off x="7550213" y="5480834"/>
            <a:ext cx="3104452" cy="1290661"/>
          </a:xfrm>
          <a:prstGeom prst="rect">
            <a:avLst/>
          </a:prstGeom>
          <a:noFill/>
          <a:ln>
            <a:noFill/>
          </a:ln>
        </p:spPr>
      </p:pic>
      <p:sp>
        <p:nvSpPr>
          <p:cNvPr id="680" name="Google Shape;680;p56"/>
          <p:cNvSpPr txBox="1"/>
          <p:nvPr/>
        </p:nvSpPr>
        <p:spPr>
          <a:xfrm>
            <a:off x="1981200" y="95492"/>
            <a:ext cx="8229600" cy="63976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2800"/>
              <a:buFont typeface="Cambria"/>
              <a:buNone/>
            </a:pPr>
            <a:r>
              <a:rPr lang="en-US" sz="2800">
                <a:solidFill>
                  <a:schemeClr val="dk1"/>
                </a:solidFill>
                <a:latin typeface="Cambria"/>
                <a:ea typeface="Cambria"/>
                <a:cs typeface="Cambria"/>
                <a:sym typeface="Cambria"/>
              </a:rPr>
              <a:t>Working Principal of Single Phase Transformer</a:t>
            </a:r>
            <a:endParaRPr/>
          </a:p>
        </p:txBody>
      </p:sp>
      <p:sp>
        <p:nvSpPr>
          <p:cNvPr id="681" name="Google Shape;681;p56"/>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9/24/2024</a:t>
            </a:r>
            <a:endParaRPr/>
          </a:p>
        </p:txBody>
      </p:sp>
      <p:sp>
        <p:nvSpPr>
          <p:cNvPr id="682" name="Google Shape;682;p56"/>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683" name="Google Shape;683;p56"/>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56</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57"/>
          <p:cNvSpPr txBox="1">
            <a:spLocks noGrp="1"/>
          </p:cNvSpPr>
          <p:nvPr>
            <p:ph type="title"/>
          </p:nvPr>
        </p:nvSpPr>
        <p:spPr>
          <a:xfrm>
            <a:off x="1120587" y="247650"/>
            <a:ext cx="10533529" cy="666750"/>
          </a:xfrm>
          <a:prstGeom prst="rect">
            <a:avLst/>
          </a:prstGeom>
          <a:noFill/>
          <a:ln>
            <a:noFill/>
          </a:ln>
        </p:spPr>
        <p:txBody>
          <a:bodyPr spcFirstLastPara="1" wrap="square" lIns="91425" tIns="45700" rIns="91425" bIns="45700" anchor="t" anchorCtr="0">
            <a:normAutofit/>
          </a:bodyPr>
          <a:lstStyle/>
          <a:p>
            <a:pPr marL="0" lvl="0" indent="0" algn="l" rtl="0">
              <a:lnSpc>
                <a:spcPct val="89000"/>
              </a:lnSpc>
              <a:spcBef>
                <a:spcPts val="0"/>
              </a:spcBef>
              <a:spcAft>
                <a:spcPts val="0"/>
              </a:spcAft>
              <a:buClr>
                <a:schemeClr val="dk2"/>
              </a:buClr>
              <a:buSzPts val="3200"/>
              <a:buFont typeface="Cambria"/>
              <a:buNone/>
            </a:pPr>
            <a:endParaRPr/>
          </a:p>
        </p:txBody>
      </p:sp>
      <p:sp>
        <p:nvSpPr>
          <p:cNvPr id="689" name="Google Shape;689;p57"/>
          <p:cNvSpPr txBox="1">
            <a:spLocks noGrp="1"/>
          </p:cNvSpPr>
          <p:nvPr>
            <p:ph type="dt" idx="10"/>
          </p:nvPr>
        </p:nvSpPr>
        <p:spPr>
          <a:xfrm>
            <a:off x="1390650" y="6453386"/>
            <a:ext cx="1204572"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24-09-2024</a:t>
            </a:r>
            <a:endParaRPr/>
          </a:p>
        </p:txBody>
      </p:sp>
      <p:sp>
        <p:nvSpPr>
          <p:cNvPr id="690" name="Google Shape;690;p57"/>
          <p:cNvSpPr txBox="1">
            <a:spLocks noGrp="1"/>
          </p:cNvSpPr>
          <p:nvPr>
            <p:ph type="ftr" idx="11"/>
          </p:nvPr>
        </p:nvSpPr>
        <p:spPr>
          <a:xfrm>
            <a:off x="2893564" y="6453386"/>
            <a:ext cx="6280830" cy="404614"/>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MITWPU</a:t>
            </a:r>
            <a:endParaRPr/>
          </a:p>
        </p:txBody>
      </p:sp>
      <p:sp>
        <p:nvSpPr>
          <p:cNvPr id="691" name="Google Shape;691;p57"/>
          <p:cNvSpPr txBox="1">
            <a:spLocks noGrp="1"/>
          </p:cNvSpPr>
          <p:nvPr>
            <p:ph type="sldNum" idx="12"/>
          </p:nvPr>
        </p:nvSpPr>
        <p:spPr>
          <a:xfrm>
            <a:off x="9472736" y="6453386"/>
            <a:ext cx="1596292" cy="404614"/>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57</a:t>
            </a:fld>
            <a:endParaRPr/>
          </a:p>
        </p:txBody>
      </p:sp>
      <p:pic>
        <p:nvPicPr>
          <p:cNvPr id="692" name="Google Shape;692;p57" descr="RMS Voltage and Current Equations &amp; Formulas"/>
          <p:cNvPicPr preferRelativeResize="0">
            <a:picLocks noGrp="1"/>
          </p:cNvPicPr>
          <p:nvPr>
            <p:ph type="body" idx="1"/>
          </p:nvPr>
        </p:nvPicPr>
        <p:blipFill rotWithShape="1">
          <a:blip r:embed="rId3">
            <a:alphaModFix/>
          </a:blip>
          <a:srcRect/>
          <a:stretch/>
        </p:blipFill>
        <p:spPr>
          <a:xfrm>
            <a:off x="3602817" y="1130300"/>
            <a:ext cx="5568978" cy="5413375"/>
          </a:xfrm>
          <a:prstGeom prst="rect">
            <a:avLst/>
          </a:prstGeom>
          <a:noFill/>
          <a:ln>
            <a:noFill/>
          </a:ln>
        </p:spPr>
      </p:pic>
    </p:spTree>
  </p:cSld>
  <p:clrMapOvr>
    <a:masterClrMapping/>
  </p:clrMapOvr>
</p:sld>
</file>

<file path=ppt/theme/theme1.xml><?xml version="1.0" encoding="utf-8"?>
<a:theme xmlns:a="http://schemas.openxmlformats.org/drawingml/2006/main" name="Crop">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3288</Words>
  <Application>Microsoft Office PowerPoint</Application>
  <PresentationFormat>Widescreen</PresentationFormat>
  <Paragraphs>416</Paragraphs>
  <Slides>57</Slides>
  <Notes>57</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57</vt:i4>
      </vt:variant>
    </vt:vector>
  </HeadingPairs>
  <TitlesOfParts>
    <vt:vector size="66" baseType="lpstr">
      <vt:lpstr>Times New Roman</vt:lpstr>
      <vt:lpstr>Arial</vt:lpstr>
      <vt:lpstr>Calibri</vt:lpstr>
      <vt:lpstr>Noto Sans</vt:lpstr>
      <vt:lpstr>Franklin Gothic</vt:lpstr>
      <vt:lpstr>Cambria</vt:lpstr>
      <vt:lpstr>Libre Franklin</vt:lpstr>
      <vt:lpstr>Noto Sans Symbols</vt:lpstr>
      <vt:lpstr>Crop</vt:lpstr>
      <vt:lpstr>                                            Introduction to Electronics &amp; Semiconductor Technology Course Code:ESV10010    </vt:lpstr>
      <vt:lpstr>UNIT I - A.C. CIRCUITS </vt:lpstr>
      <vt:lpstr>Contents</vt:lpstr>
      <vt:lpstr>Alternating systems</vt:lpstr>
      <vt:lpstr>PowerPoint Presentation</vt:lpstr>
      <vt:lpstr>Generation of an alternating e.m.f. 3D animation link- https://youtu.be/gQyamjPrw-U</vt:lpstr>
      <vt:lpstr>Explanation</vt:lpstr>
      <vt:lpstr>Generation of an alternating e.m.f.</vt:lpstr>
      <vt:lpstr>PowerPoint Presentation</vt:lpstr>
      <vt:lpstr>Generation of an alternating e.m.f.</vt:lpstr>
      <vt:lpstr>Generation of an alternating e.m.f.</vt:lpstr>
      <vt:lpstr>Generation of an alternating e.m.f.</vt:lpstr>
      <vt:lpstr>Instantaneous value of generated e.m.f.</vt:lpstr>
      <vt:lpstr>Waveform terms and definitions</vt:lpstr>
      <vt:lpstr>Definitions</vt:lpstr>
      <vt:lpstr>PowerPoint Presentation</vt:lpstr>
      <vt:lpstr>Example 1</vt:lpstr>
      <vt:lpstr>Average and r.m.s. values of sinusoidal currents and voltages</vt:lpstr>
      <vt:lpstr>Example 2</vt:lpstr>
      <vt:lpstr>Example 2</vt:lpstr>
      <vt:lpstr>Alternating current in a resistive circuit </vt:lpstr>
      <vt:lpstr>Alternating current in a resistive circuit </vt:lpstr>
      <vt:lpstr>Alternating current in a resistive circuit </vt:lpstr>
      <vt:lpstr>Alternating current in an inductive circuit</vt:lpstr>
      <vt:lpstr>Current and voltage in an inductive circuit</vt:lpstr>
      <vt:lpstr>PowerPoint Presentation</vt:lpstr>
      <vt:lpstr>Current and voltage in an inductive circuit</vt:lpstr>
      <vt:lpstr>Current and voltage in an inductive circuit</vt:lpstr>
      <vt:lpstr>Resistance and inductance in series</vt:lpstr>
      <vt:lpstr>Resistance and inductance in series</vt:lpstr>
      <vt:lpstr>Resistance and inductance in series</vt:lpstr>
      <vt:lpstr>Example 4</vt:lpstr>
      <vt:lpstr>Alternating current in a capacitive circuit</vt:lpstr>
      <vt:lpstr>Current and voltage in a capacitive circuit</vt:lpstr>
      <vt:lpstr>Current and voltage in a capacitive circuit</vt:lpstr>
      <vt:lpstr>Example 5</vt:lpstr>
      <vt:lpstr>Resistance and capacitance in series</vt:lpstr>
      <vt:lpstr>Resistance and capacitance in series</vt:lpstr>
      <vt:lpstr>Resistance and capacitance in series</vt:lpstr>
      <vt:lpstr>Example 6</vt:lpstr>
      <vt:lpstr>Series R-L-C circuit</vt:lpstr>
      <vt:lpstr>Alternating current in an RLC circuit</vt:lpstr>
      <vt:lpstr>Example 7- RL circuit</vt:lpstr>
      <vt:lpstr>Example 7- RL circuit problem solution</vt:lpstr>
      <vt:lpstr>Example 8</vt:lpstr>
      <vt:lpstr>Example 8</vt:lpstr>
      <vt:lpstr>Practice problem</vt:lpstr>
      <vt:lpstr>Summary of formulae</vt:lpstr>
      <vt:lpstr>Admittance and conductance (1/R)</vt:lpstr>
      <vt:lpstr> </vt:lpstr>
      <vt:lpstr>Frequency variation in a series RLC circuit</vt:lpstr>
      <vt:lpstr>The resonant frequency of a series RLC circuit</vt:lpstr>
      <vt:lpstr>Single Phase Transformer</vt:lpstr>
      <vt:lpstr>PowerPoint Presentation</vt:lpstr>
      <vt:lpstr>Working Principal of Single Phase Transformer</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Nilam Pradhan</dc:creator>
  <cp:lastModifiedBy>ravindra.ingle1961@gmail.com</cp:lastModifiedBy>
  <cp:revision>2</cp:revision>
  <dcterms:created xsi:type="dcterms:W3CDTF">2020-11-07T07:07:08Z</dcterms:created>
  <dcterms:modified xsi:type="dcterms:W3CDTF">2026-09-29T16:24:25Z</dcterms:modified>
</cp:coreProperties>
</file>